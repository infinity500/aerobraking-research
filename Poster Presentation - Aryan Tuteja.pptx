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sldIdLst>
    <p:sldId id="256" r:id="rId5"/>
  </p:sldIdLst>
  <p:sldSz cx="38404800" cy="2880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072" userDrawn="1">
          <p15:clr>
            <a:srgbClr val="A4A3A4"/>
          </p15:clr>
        </p15:guide>
        <p15:guide id="2" pos="120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na McCollum" initials="JM"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CFB97D"/>
    <a:srgbClr val="F51FF5"/>
    <a:srgbClr val="C0A454"/>
    <a:srgbClr val="7F7F7F"/>
    <a:srgbClr val="9F9F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A2D8C7-5CEB-5587-A935-2C8B77B2E0E7}" v="2" dt="2025-09-08T02:53:39.891"/>
    <p1510:client id="{252F610C-7598-4FC1-BB5B-EC762E546856}" v="594" dt="2025-09-09T01:35:21.3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80" y="-4720"/>
      </p:cViewPr>
      <p:guideLst>
        <p:guide orient="horz" pos="9072"/>
        <p:guide pos="120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commentAuthors" Target="commentAuthors.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n Tuteja" userId="S::206894@msa.asd20.org::11b7c0f6-ddf1-4894-8334-e2f2ff150683" providerId="AD" clId="Web-{21A2D8C7-5CEB-5587-A935-2C8B77B2E0E7}"/>
    <pc:docChg chg="modSld">
      <pc:chgData name="Aryan Tuteja" userId="S::206894@msa.asd20.org::11b7c0f6-ddf1-4894-8334-e2f2ff150683" providerId="AD" clId="Web-{21A2D8C7-5CEB-5587-A935-2C8B77B2E0E7}" dt="2025-09-08T02:53:39.891" v="1" actId="14100"/>
      <pc:docMkLst>
        <pc:docMk/>
      </pc:docMkLst>
      <pc:sldChg chg="modSp">
        <pc:chgData name="Aryan Tuteja" userId="S::206894@msa.asd20.org::11b7c0f6-ddf1-4894-8334-e2f2ff150683" providerId="AD" clId="Web-{21A2D8C7-5CEB-5587-A935-2C8B77B2E0E7}" dt="2025-09-08T02:53:39.891" v="1" actId="14100"/>
        <pc:sldMkLst>
          <pc:docMk/>
          <pc:sldMk cId="3289989714" sldId="256"/>
        </pc:sldMkLst>
        <pc:spChg chg="mod">
          <ac:chgData name="Aryan Tuteja" userId="S::206894@msa.asd20.org::11b7c0f6-ddf1-4894-8334-e2f2ff150683" providerId="AD" clId="Web-{21A2D8C7-5CEB-5587-A935-2C8B77B2E0E7}" dt="2025-09-08T02:53:39.891" v="1" actId="14100"/>
          <ac:spMkLst>
            <pc:docMk/>
            <pc:sldMk cId="3289989714" sldId="256"/>
            <ac:spMk id="43" creationId="{B3DDCA9C-D099-723A-97CF-155FC9F58FE2}"/>
          </ac:spMkLst>
        </pc:spChg>
      </pc:sldChg>
    </pc:docChg>
  </pc:docChgLst>
  <pc:docChgLst>
    <pc:chgData name="Aryan Tuteja" userId="11b7c0f6-ddf1-4894-8334-e2f2ff150683" providerId="ADAL" clId="{0E9CF7D7-E324-4967-8135-F3265D4897B4}"/>
    <pc:docChg chg="undo redo custSel modSld">
      <pc:chgData name="Aryan Tuteja" userId="11b7c0f6-ddf1-4894-8334-e2f2ff150683" providerId="ADAL" clId="{0E9CF7D7-E324-4967-8135-F3265D4897B4}" dt="2025-09-09T01:35:21.340" v="11578" actId="255"/>
      <pc:docMkLst>
        <pc:docMk/>
      </pc:docMkLst>
      <pc:sldChg chg="addSp delSp modSp mod">
        <pc:chgData name="Aryan Tuteja" userId="11b7c0f6-ddf1-4894-8334-e2f2ff150683" providerId="ADAL" clId="{0E9CF7D7-E324-4967-8135-F3265D4897B4}" dt="2025-09-09T01:35:21.340" v="11578" actId="255"/>
        <pc:sldMkLst>
          <pc:docMk/>
          <pc:sldMk cId="3289989714" sldId="256"/>
        </pc:sldMkLst>
        <pc:spChg chg="mod">
          <ac:chgData name="Aryan Tuteja" userId="11b7c0f6-ddf1-4894-8334-e2f2ff150683" providerId="ADAL" clId="{0E9CF7D7-E324-4967-8135-F3265D4897B4}" dt="2025-09-07T19:13:35.493" v="17" actId="1076"/>
          <ac:spMkLst>
            <pc:docMk/>
            <pc:sldMk cId="3289989714" sldId="256"/>
            <ac:spMk id="3" creationId="{4FCFA688-0545-1E18-190F-6C4BE8E91E0B}"/>
          </ac:spMkLst>
        </pc:spChg>
        <pc:spChg chg="mod">
          <ac:chgData name="Aryan Tuteja" userId="11b7c0f6-ddf1-4894-8334-e2f2ff150683" providerId="ADAL" clId="{0E9CF7D7-E324-4967-8135-F3265D4897B4}" dt="2025-09-07T23:27:15.133" v="6626" actId="14100"/>
          <ac:spMkLst>
            <pc:docMk/>
            <pc:sldMk cId="3289989714" sldId="256"/>
            <ac:spMk id="4" creationId="{00000000-0000-0000-0000-000000000000}"/>
          </ac:spMkLst>
        </pc:spChg>
        <pc:spChg chg="mod">
          <ac:chgData name="Aryan Tuteja" userId="11b7c0f6-ddf1-4894-8334-e2f2ff150683" providerId="ADAL" clId="{0E9CF7D7-E324-4967-8135-F3265D4897B4}" dt="2025-09-09T01:35:06.959" v="11577" actId="255"/>
          <ac:spMkLst>
            <pc:docMk/>
            <pc:sldMk cId="3289989714" sldId="256"/>
            <ac:spMk id="5" creationId="{00000000-0000-0000-0000-000000000000}"/>
          </ac:spMkLst>
        </pc:spChg>
        <pc:spChg chg="mod">
          <ac:chgData name="Aryan Tuteja" userId="11b7c0f6-ddf1-4894-8334-e2f2ff150683" providerId="ADAL" clId="{0E9CF7D7-E324-4967-8135-F3265D4897B4}" dt="2025-09-09T01:35:06.959" v="11577" actId="255"/>
          <ac:spMkLst>
            <pc:docMk/>
            <pc:sldMk cId="3289989714" sldId="256"/>
            <ac:spMk id="7" creationId="{00000000-0000-0000-0000-000000000000}"/>
          </ac:spMkLst>
        </pc:spChg>
        <pc:spChg chg="mod">
          <ac:chgData name="Aryan Tuteja" userId="11b7c0f6-ddf1-4894-8334-e2f2ff150683" providerId="ADAL" clId="{0E9CF7D7-E324-4967-8135-F3265D4897B4}" dt="2025-09-07T19:51:58.773" v="190" actId="2"/>
          <ac:spMkLst>
            <pc:docMk/>
            <pc:sldMk cId="3289989714" sldId="256"/>
            <ac:spMk id="11" creationId="{00000000-0000-0000-0000-000000000000}"/>
          </ac:spMkLst>
        </pc:spChg>
        <pc:spChg chg="mod topLvl">
          <ac:chgData name="Aryan Tuteja" userId="11b7c0f6-ddf1-4894-8334-e2f2ff150683" providerId="ADAL" clId="{0E9CF7D7-E324-4967-8135-F3265D4897B4}" dt="2025-09-07T23:45:11.263" v="7230" actId="165"/>
          <ac:spMkLst>
            <pc:docMk/>
            <pc:sldMk cId="3289989714" sldId="256"/>
            <ac:spMk id="17" creationId="{A18F0C7B-FC7D-DBD5-CC56-3067705126A5}"/>
          </ac:spMkLst>
        </pc:spChg>
        <pc:spChg chg="add del mod">
          <ac:chgData name="Aryan Tuteja" userId="11b7c0f6-ddf1-4894-8334-e2f2ff150683" providerId="ADAL" clId="{0E9CF7D7-E324-4967-8135-F3265D4897B4}" dt="2025-09-08T00:54:22.290" v="8550" actId="20577"/>
          <ac:spMkLst>
            <pc:docMk/>
            <pc:sldMk cId="3289989714" sldId="256"/>
            <ac:spMk id="24" creationId="{CC5E64F5-48B7-0CD1-8BB0-020D41FFAF33}"/>
          </ac:spMkLst>
        </pc:spChg>
        <pc:spChg chg="add mod topLvl">
          <ac:chgData name="Aryan Tuteja" userId="11b7c0f6-ddf1-4894-8334-e2f2ff150683" providerId="ADAL" clId="{0E9CF7D7-E324-4967-8135-F3265D4897B4}" dt="2025-09-09T01:35:21.340" v="11578" actId="255"/>
          <ac:spMkLst>
            <pc:docMk/>
            <pc:sldMk cId="3289989714" sldId="256"/>
            <ac:spMk id="31" creationId="{BF32BE88-3B98-FA3F-D4C1-0ABDBF0E0EE7}"/>
          </ac:spMkLst>
        </pc:spChg>
        <pc:spChg chg="add mod topLvl">
          <ac:chgData name="Aryan Tuteja" userId="11b7c0f6-ddf1-4894-8334-e2f2ff150683" providerId="ADAL" clId="{0E9CF7D7-E324-4967-8135-F3265D4897B4}" dt="2025-09-07T23:44:51.820" v="7227"/>
          <ac:spMkLst>
            <pc:docMk/>
            <pc:sldMk cId="3289989714" sldId="256"/>
            <ac:spMk id="35" creationId="{9060409F-7858-7A26-97CC-16434977CD02}"/>
          </ac:spMkLst>
        </pc:spChg>
        <pc:spChg chg="mod">
          <ac:chgData name="Aryan Tuteja" userId="11b7c0f6-ddf1-4894-8334-e2f2ff150683" providerId="ADAL" clId="{0E9CF7D7-E324-4967-8135-F3265D4897B4}" dt="2025-09-09T01:35:21.340" v="11578" actId="255"/>
          <ac:spMkLst>
            <pc:docMk/>
            <pc:sldMk cId="3289989714" sldId="256"/>
            <ac:spMk id="37" creationId="{00000000-0000-0000-0000-000000000000}"/>
          </ac:spMkLst>
        </pc:spChg>
        <pc:spChg chg="add mod topLvl">
          <ac:chgData name="Aryan Tuteja" userId="11b7c0f6-ddf1-4894-8334-e2f2ff150683" providerId="ADAL" clId="{0E9CF7D7-E324-4967-8135-F3265D4897B4}" dt="2025-09-09T01:35:21.340" v="11578" actId="255"/>
          <ac:spMkLst>
            <pc:docMk/>
            <pc:sldMk cId="3289989714" sldId="256"/>
            <ac:spMk id="38" creationId="{A2215B50-64E4-5A48-A320-294BCF573B6D}"/>
          </ac:spMkLst>
        </pc:spChg>
        <pc:spChg chg="add mod">
          <ac:chgData name="Aryan Tuteja" userId="11b7c0f6-ddf1-4894-8334-e2f2ff150683" providerId="ADAL" clId="{0E9CF7D7-E324-4967-8135-F3265D4897B4}" dt="2025-09-09T01:35:06.959" v="11577" actId="255"/>
          <ac:spMkLst>
            <pc:docMk/>
            <pc:sldMk cId="3289989714" sldId="256"/>
            <ac:spMk id="43" creationId="{B3DDCA9C-D099-723A-97CF-155FC9F58FE2}"/>
          </ac:spMkLst>
        </pc:spChg>
        <pc:spChg chg="add mod">
          <ac:chgData name="Aryan Tuteja" userId="11b7c0f6-ddf1-4894-8334-e2f2ff150683" providerId="ADAL" clId="{0E9CF7D7-E324-4967-8135-F3265D4897B4}" dt="2025-09-07T23:29:09.012" v="6636" actId="1076"/>
          <ac:spMkLst>
            <pc:docMk/>
            <pc:sldMk cId="3289989714" sldId="256"/>
            <ac:spMk id="45" creationId="{96E1368D-CC2D-2604-626C-51578E8BCA49}"/>
          </ac:spMkLst>
        </pc:spChg>
        <pc:spChg chg="mod">
          <ac:chgData name="Aryan Tuteja" userId="11b7c0f6-ddf1-4894-8334-e2f2ff150683" providerId="ADAL" clId="{0E9CF7D7-E324-4967-8135-F3265D4897B4}" dt="2025-09-07T21:35:20.555" v="2381" actId="20577"/>
          <ac:spMkLst>
            <pc:docMk/>
            <pc:sldMk cId="3289989714" sldId="256"/>
            <ac:spMk id="46" creationId="{0F4A3349-F47A-0C5F-0E59-690D3923E287}"/>
          </ac:spMkLst>
        </pc:spChg>
        <pc:spChg chg="add mod ord topLvl">
          <ac:chgData name="Aryan Tuteja" userId="11b7c0f6-ddf1-4894-8334-e2f2ff150683" providerId="ADAL" clId="{0E9CF7D7-E324-4967-8135-F3265D4897B4}" dt="2025-09-09T01:35:21.340" v="11578" actId="255"/>
          <ac:spMkLst>
            <pc:docMk/>
            <pc:sldMk cId="3289989714" sldId="256"/>
            <ac:spMk id="48" creationId="{D1F157EF-F628-BDFB-0BF0-3F3EFA730EFA}"/>
          </ac:spMkLst>
        </pc:spChg>
        <pc:spChg chg="add mod topLvl">
          <ac:chgData name="Aryan Tuteja" userId="11b7c0f6-ddf1-4894-8334-e2f2ff150683" providerId="ADAL" clId="{0E9CF7D7-E324-4967-8135-F3265D4897B4}" dt="2025-09-09T01:35:21.340" v="11578" actId="255"/>
          <ac:spMkLst>
            <pc:docMk/>
            <pc:sldMk cId="3289989714" sldId="256"/>
            <ac:spMk id="50" creationId="{93B74142-4AFF-26A6-D99B-038A87EAA51B}"/>
          </ac:spMkLst>
        </pc:spChg>
        <pc:spChg chg="add mod ord">
          <ac:chgData name="Aryan Tuteja" userId="11b7c0f6-ddf1-4894-8334-e2f2ff150683" providerId="ADAL" clId="{0E9CF7D7-E324-4967-8135-F3265D4897B4}" dt="2025-09-09T01:35:06.959" v="11577" actId="255"/>
          <ac:spMkLst>
            <pc:docMk/>
            <pc:sldMk cId="3289989714" sldId="256"/>
            <ac:spMk id="52" creationId="{EBA41CCD-BD73-0269-A3F7-077B198FC8BD}"/>
          </ac:spMkLst>
        </pc:spChg>
        <pc:spChg chg="add mod topLvl">
          <ac:chgData name="Aryan Tuteja" userId="11b7c0f6-ddf1-4894-8334-e2f2ff150683" providerId="ADAL" clId="{0E9CF7D7-E324-4967-8135-F3265D4897B4}" dt="2025-09-07T23:44:51.820" v="7227"/>
          <ac:spMkLst>
            <pc:docMk/>
            <pc:sldMk cId="3289989714" sldId="256"/>
            <ac:spMk id="53" creationId="{B987AA24-2A73-3752-AAD1-4C5EAECCB65A}"/>
          </ac:spMkLst>
        </pc:spChg>
        <pc:spChg chg="mod">
          <ac:chgData name="Aryan Tuteja" userId="11b7c0f6-ddf1-4894-8334-e2f2ff150683" providerId="ADAL" clId="{0E9CF7D7-E324-4967-8135-F3265D4897B4}" dt="2025-09-07T23:26:36.609" v="6624" actId="20577"/>
          <ac:spMkLst>
            <pc:docMk/>
            <pc:sldMk cId="3289989714" sldId="256"/>
            <ac:spMk id="56" creationId="{F3413770-EDA8-1EB3-8FBC-672F1CEF5341}"/>
          </ac:spMkLst>
        </pc:spChg>
        <pc:spChg chg="add mod">
          <ac:chgData name="Aryan Tuteja" userId="11b7c0f6-ddf1-4894-8334-e2f2ff150683" providerId="ADAL" clId="{0E9CF7D7-E324-4967-8135-F3265D4897B4}" dt="2025-09-07T23:41:28.132" v="7189" actId="255"/>
          <ac:spMkLst>
            <pc:docMk/>
            <pc:sldMk cId="3289989714" sldId="256"/>
            <ac:spMk id="58" creationId="{E1E633A9-6CDE-6A80-42A3-A380B1F56887}"/>
          </ac:spMkLst>
        </pc:spChg>
        <pc:spChg chg="add mod topLvl">
          <ac:chgData name="Aryan Tuteja" userId="11b7c0f6-ddf1-4894-8334-e2f2ff150683" providerId="ADAL" clId="{0E9CF7D7-E324-4967-8135-F3265D4897B4}" dt="2025-09-07T23:28:32.441" v="6633" actId="1076"/>
          <ac:spMkLst>
            <pc:docMk/>
            <pc:sldMk cId="3289989714" sldId="256"/>
            <ac:spMk id="64" creationId="{3F4C5C29-8D07-1B7B-C44F-1DCE3253A4FF}"/>
          </ac:spMkLst>
        </pc:spChg>
        <pc:spChg chg="mod">
          <ac:chgData name="Aryan Tuteja" userId="11b7c0f6-ddf1-4894-8334-e2f2ff150683" providerId="ADAL" clId="{0E9CF7D7-E324-4967-8135-F3265D4897B4}" dt="2025-09-07T23:13:20.798" v="5789"/>
          <ac:spMkLst>
            <pc:docMk/>
            <pc:sldMk cId="3289989714" sldId="256"/>
            <ac:spMk id="68" creationId="{B1CAF1C8-6DDA-9C18-347C-60AAD276D833}"/>
          </ac:spMkLst>
        </pc:spChg>
        <pc:spChg chg="add mod">
          <ac:chgData name="Aryan Tuteja" userId="11b7c0f6-ddf1-4894-8334-e2f2ff150683" providerId="ADAL" clId="{0E9CF7D7-E324-4967-8135-F3265D4897B4}" dt="2025-09-09T01:35:21.340" v="11578" actId="255"/>
          <ac:spMkLst>
            <pc:docMk/>
            <pc:sldMk cId="3289989714" sldId="256"/>
            <ac:spMk id="71" creationId="{6E1FD840-981B-180B-5703-FB15C1FD9C53}"/>
          </ac:spMkLst>
        </pc:spChg>
        <pc:spChg chg="add del mod">
          <ac:chgData name="Aryan Tuteja" userId="11b7c0f6-ddf1-4894-8334-e2f2ff150683" providerId="ADAL" clId="{0E9CF7D7-E324-4967-8135-F3265D4897B4}" dt="2025-09-08T00:02:24.170" v="8228" actId="478"/>
          <ac:spMkLst>
            <pc:docMk/>
            <pc:sldMk cId="3289989714" sldId="256"/>
            <ac:spMk id="72" creationId="{B11D9A51-F194-63AA-CDFB-44434471B93F}"/>
          </ac:spMkLst>
        </pc:spChg>
        <pc:spChg chg="add mod">
          <ac:chgData name="Aryan Tuteja" userId="11b7c0f6-ddf1-4894-8334-e2f2ff150683" providerId="ADAL" clId="{0E9CF7D7-E324-4967-8135-F3265D4897B4}" dt="2025-09-07T23:53:52.337" v="7877" actId="20577"/>
          <ac:spMkLst>
            <pc:docMk/>
            <pc:sldMk cId="3289989714" sldId="256"/>
            <ac:spMk id="74" creationId="{AEA6EC2D-A891-36E5-2C56-AFC136440297}"/>
          </ac:spMkLst>
        </pc:spChg>
        <pc:spChg chg="add mod topLvl">
          <ac:chgData name="Aryan Tuteja" userId="11b7c0f6-ddf1-4894-8334-e2f2ff150683" providerId="ADAL" clId="{0E9CF7D7-E324-4967-8135-F3265D4897B4}" dt="2025-09-09T01:35:21.340" v="11578" actId="255"/>
          <ac:spMkLst>
            <pc:docMk/>
            <pc:sldMk cId="3289989714" sldId="256"/>
            <ac:spMk id="76" creationId="{4B6071A3-DF17-3643-93C4-05CBA1D09886}"/>
          </ac:spMkLst>
        </pc:spChg>
        <pc:spChg chg="add mod">
          <ac:chgData name="Aryan Tuteja" userId="11b7c0f6-ddf1-4894-8334-e2f2ff150683" providerId="ADAL" clId="{0E9CF7D7-E324-4967-8135-F3265D4897B4}" dt="2025-09-09T01:35:21.340" v="11578" actId="255"/>
          <ac:spMkLst>
            <pc:docMk/>
            <pc:sldMk cId="3289989714" sldId="256"/>
            <ac:spMk id="77" creationId="{706E43FB-1C1B-C4C9-E1FC-76F2E41015EC}"/>
          </ac:spMkLst>
        </pc:spChg>
        <pc:spChg chg="add mod">
          <ac:chgData name="Aryan Tuteja" userId="11b7c0f6-ddf1-4894-8334-e2f2ff150683" providerId="ADAL" clId="{0E9CF7D7-E324-4967-8135-F3265D4897B4}" dt="2025-09-09T01:35:21.340" v="11578" actId="255"/>
          <ac:spMkLst>
            <pc:docMk/>
            <pc:sldMk cId="3289989714" sldId="256"/>
            <ac:spMk id="79" creationId="{9C966430-4A6D-F49B-4DA6-60707D140C80}"/>
          </ac:spMkLst>
        </pc:spChg>
        <pc:spChg chg="add mod">
          <ac:chgData name="Aryan Tuteja" userId="11b7c0f6-ddf1-4894-8334-e2f2ff150683" providerId="ADAL" clId="{0E9CF7D7-E324-4967-8135-F3265D4897B4}" dt="2025-09-07T23:50:19.345" v="7590"/>
          <ac:spMkLst>
            <pc:docMk/>
            <pc:sldMk cId="3289989714" sldId="256"/>
            <ac:spMk id="80" creationId="{570E7D26-37D9-E39E-B8E2-7B66EEC103BA}"/>
          </ac:spMkLst>
        </pc:spChg>
        <pc:spChg chg="add mod">
          <ac:chgData name="Aryan Tuteja" userId="11b7c0f6-ddf1-4894-8334-e2f2ff150683" providerId="ADAL" clId="{0E9CF7D7-E324-4967-8135-F3265D4897B4}" dt="2025-09-09T01:35:21.340" v="11578" actId="255"/>
          <ac:spMkLst>
            <pc:docMk/>
            <pc:sldMk cId="3289989714" sldId="256"/>
            <ac:spMk id="86" creationId="{CACC1B6F-5DBD-8DB3-4B50-4CA6268C265D}"/>
          </ac:spMkLst>
        </pc:spChg>
        <pc:spChg chg="add mod">
          <ac:chgData name="Aryan Tuteja" userId="11b7c0f6-ddf1-4894-8334-e2f2ff150683" providerId="ADAL" clId="{0E9CF7D7-E324-4967-8135-F3265D4897B4}" dt="2025-09-08T00:02:09.826" v="8227" actId="20577"/>
          <ac:spMkLst>
            <pc:docMk/>
            <pc:sldMk cId="3289989714" sldId="256"/>
            <ac:spMk id="88" creationId="{62B6EC69-54E9-EDA1-24B6-9D679BAC8898}"/>
          </ac:spMkLst>
        </pc:spChg>
        <pc:spChg chg="add mod">
          <ac:chgData name="Aryan Tuteja" userId="11b7c0f6-ddf1-4894-8334-e2f2ff150683" providerId="ADAL" clId="{0E9CF7D7-E324-4967-8135-F3265D4897B4}" dt="2025-09-08T00:08:42.923" v="8547" actId="20577"/>
          <ac:spMkLst>
            <pc:docMk/>
            <pc:sldMk cId="3289989714" sldId="256"/>
            <ac:spMk id="91" creationId="{7CB0246C-9B60-FAF9-5FC5-19CA59DE2C12}"/>
          </ac:spMkLst>
        </pc:spChg>
        <pc:spChg chg="add mod">
          <ac:chgData name="Aryan Tuteja" userId="11b7c0f6-ddf1-4894-8334-e2f2ff150683" providerId="ADAL" clId="{0E9CF7D7-E324-4967-8135-F3265D4897B4}" dt="2025-09-08T01:09:06.175" v="10927" actId="20577"/>
          <ac:spMkLst>
            <pc:docMk/>
            <pc:sldMk cId="3289989714" sldId="256"/>
            <ac:spMk id="92" creationId="{8C04995A-5C11-469A-5BCB-98AD8B05A61B}"/>
          </ac:spMkLst>
        </pc:spChg>
        <pc:spChg chg="add mod">
          <ac:chgData name="Aryan Tuteja" userId="11b7c0f6-ddf1-4894-8334-e2f2ff150683" providerId="ADAL" clId="{0E9CF7D7-E324-4967-8135-F3265D4897B4}" dt="2025-09-09T01:35:06.959" v="11577" actId="255"/>
          <ac:spMkLst>
            <pc:docMk/>
            <pc:sldMk cId="3289989714" sldId="256"/>
            <ac:spMk id="96" creationId="{C7199C43-CAB7-7E34-41C9-B2D0CAE1BB3C}"/>
          </ac:spMkLst>
        </pc:spChg>
        <pc:spChg chg="add del mod">
          <ac:chgData name="Aryan Tuteja" userId="11b7c0f6-ddf1-4894-8334-e2f2ff150683" providerId="ADAL" clId="{0E9CF7D7-E324-4967-8135-F3265D4897B4}" dt="2025-09-08T01:11:13.307" v="11118" actId="478"/>
          <ac:spMkLst>
            <pc:docMk/>
            <pc:sldMk cId="3289989714" sldId="256"/>
            <ac:spMk id="97" creationId="{361309E4-D846-AAB9-52F8-01DE94877CE6}"/>
          </ac:spMkLst>
        </pc:spChg>
        <pc:spChg chg="add mod">
          <ac:chgData name="Aryan Tuteja" userId="11b7c0f6-ddf1-4894-8334-e2f2ff150683" providerId="ADAL" clId="{0E9CF7D7-E324-4967-8135-F3265D4897B4}" dt="2025-09-08T01:14:21.934" v="11576" actId="20577"/>
          <ac:spMkLst>
            <pc:docMk/>
            <pc:sldMk cId="3289989714" sldId="256"/>
            <ac:spMk id="99" creationId="{DCCA1FD0-65D9-300C-5CDC-30948646975D}"/>
          </ac:spMkLst>
        </pc:spChg>
        <pc:grpChg chg="add mod">
          <ac:chgData name="Aryan Tuteja" userId="11b7c0f6-ddf1-4894-8334-e2f2ff150683" providerId="ADAL" clId="{0E9CF7D7-E324-4967-8135-F3265D4897B4}" dt="2025-09-07T23:44:51.820" v="7227"/>
          <ac:grpSpMkLst>
            <pc:docMk/>
            <pc:sldMk cId="3289989714" sldId="256"/>
            <ac:grpSpMk id="65" creationId="{2625A67E-143C-171A-2047-F8A83FC32363}"/>
          </ac:grpSpMkLst>
        </pc:grpChg>
        <pc:grpChg chg="add mod">
          <ac:chgData name="Aryan Tuteja" userId="11b7c0f6-ddf1-4894-8334-e2f2ff150683" providerId="ADAL" clId="{0E9CF7D7-E324-4967-8135-F3265D4897B4}" dt="2025-09-07T23:48:23.760" v="7499" actId="1076"/>
          <ac:grpSpMkLst>
            <pc:docMk/>
            <pc:sldMk cId="3289989714" sldId="256"/>
            <ac:grpSpMk id="66" creationId="{B4F14EA0-8A52-A088-83D2-A367D2535385}"/>
          </ac:grpSpMkLst>
        </pc:grpChg>
        <pc:grpChg chg="mod">
          <ac:chgData name="Aryan Tuteja" userId="11b7c0f6-ddf1-4894-8334-e2f2ff150683" providerId="ADAL" clId="{0E9CF7D7-E324-4967-8135-F3265D4897B4}" dt="2025-09-07T23:27:39.111" v="6627" actId="1076"/>
          <ac:grpSpMkLst>
            <pc:docMk/>
            <pc:sldMk cId="3289989714" sldId="256"/>
            <ac:grpSpMk id="69" creationId="{7D3CF77A-92C6-8E17-50C1-861154B18EEA}"/>
          </ac:grpSpMkLst>
        </pc:grpChg>
        <pc:grpChg chg="mod">
          <ac:chgData name="Aryan Tuteja" userId="11b7c0f6-ddf1-4894-8334-e2f2ff150683" providerId="ADAL" clId="{0E9CF7D7-E324-4967-8135-F3265D4897B4}" dt="2025-09-07T23:27:39.111" v="6627" actId="1076"/>
          <ac:grpSpMkLst>
            <pc:docMk/>
            <pc:sldMk cId="3289989714" sldId="256"/>
            <ac:grpSpMk id="70" creationId="{EE2A9B33-BD40-5E1E-D8D8-E5FDD34699CF}"/>
          </ac:grpSpMkLst>
        </pc:grpChg>
        <pc:grpChg chg="add mod">
          <ac:chgData name="Aryan Tuteja" userId="11b7c0f6-ddf1-4894-8334-e2f2ff150683" providerId="ADAL" clId="{0E9CF7D7-E324-4967-8135-F3265D4897B4}" dt="2025-09-07T23:28:19.630" v="6632" actId="164"/>
          <ac:grpSpMkLst>
            <pc:docMk/>
            <pc:sldMk cId="3289989714" sldId="256"/>
            <ac:grpSpMk id="73" creationId="{39269214-57DB-01F2-7A85-18DA7A85DBDA}"/>
          </ac:grpSpMkLst>
        </pc:grpChg>
        <pc:grpChg chg="mod">
          <ac:chgData name="Aryan Tuteja" userId="11b7c0f6-ddf1-4894-8334-e2f2ff150683" providerId="ADAL" clId="{0E9CF7D7-E324-4967-8135-F3265D4897B4}" dt="2025-09-07T21:09:52.335" v="1969" actId="1076"/>
          <ac:grpSpMkLst>
            <pc:docMk/>
            <pc:sldMk cId="3289989714" sldId="256"/>
            <ac:grpSpMk id="78" creationId="{A2D83383-2240-7047-C967-E9BB6AB4F4B9}"/>
          </ac:grpSpMkLst>
        </pc:grpChg>
        <pc:grpChg chg="add mod ord">
          <ac:chgData name="Aryan Tuteja" userId="11b7c0f6-ddf1-4894-8334-e2f2ff150683" providerId="ADAL" clId="{0E9CF7D7-E324-4967-8135-F3265D4897B4}" dt="2025-09-07T23:51:05.684" v="7629" actId="1076"/>
          <ac:grpSpMkLst>
            <pc:docMk/>
            <pc:sldMk cId="3289989714" sldId="256"/>
            <ac:grpSpMk id="81" creationId="{50A5988F-B30D-6BBA-3F73-EE28A151F046}"/>
          </ac:grpSpMkLst>
        </pc:grpChg>
        <pc:grpChg chg="add mod ord">
          <ac:chgData name="Aryan Tuteja" userId="11b7c0f6-ddf1-4894-8334-e2f2ff150683" providerId="ADAL" clId="{0E9CF7D7-E324-4967-8135-F3265D4897B4}" dt="2025-09-07T23:51:18.813" v="7632" actId="1076"/>
          <ac:grpSpMkLst>
            <pc:docMk/>
            <pc:sldMk cId="3289989714" sldId="256"/>
            <ac:grpSpMk id="82" creationId="{59B1DC57-3F5A-5A5F-0E22-6591C048C03C}"/>
          </ac:grpSpMkLst>
        </pc:grpChg>
        <pc:grpChg chg="add mod ord">
          <ac:chgData name="Aryan Tuteja" userId="11b7c0f6-ddf1-4894-8334-e2f2ff150683" providerId="ADAL" clId="{0E9CF7D7-E324-4967-8135-F3265D4897B4}" dt="2025-09-07T23:51:15.062" v="7631" actId="1076"/>
          <ac:grpSpMkLst>
            <pc:docMk/>
            <pc:sldMk cId="3289989714" sldId="256"/>
            <ac:grpSpMk id="83" creationId="{7E963C97-1DD0-1B59-2760-928A2A057CA7}"/>
          </ac:grpSpMkLst>
        </pc:grpChg>
        <pc:grpChg chg="mod">
          <ac:chgData name="Aryan Tuteja" userId="11b7c0f6-ddf1-4894-8334-e2f2ff150683" providerId="ADAL" clId="{0E9CF7D7-E324-4967-8135-F3265D4897B4}" dt="2025-09-07T23:27:39.111" v="6627" actId="1076"/>
          <ac:grpSpMkLst>
            <pc:docMk/>
            <pc:sldMk cId="3289989714" sldId="256"/>
            <ac:grpSpMk id="84" creationId="{7B1E2A8F-370C-C01C-4E7B-FF829828922E}"/>
          </ac:grpSpMkLst>
        </pc:grpChg>
        <pc:grpChg chg="mod">
          <ac:chgData name="Aryan Tuteja" userId="11b7c0f6-ddf1-4894-8334-e2f2ff150683" providerId="ADAL" clId="{0E9CF7D7-E324-4967-8135-F3265D4897B4}" dt="2025-09-07T23:28:45.142" v="6634" actId="1076"/>
          <ac:grpSpMkLst>
            <pc:docMk/>
            <pc:sldMk cId="3289989714" sldId="256"/>
            <ac:grpSpMk id="85" creationId="{79C7F87E-DFE3-075E-A754-D52E98D233DA}"/>
          </ac:grpSpMkLst>
        </pc:grpChg>
        <pc:grpChg chg="add mod">
          <ac:chgData name="Aryan Tuteja" userId="11b7c0f6-ddf1-4894-8334-e2f2ff150683" providerId="ADAL" clId="{0E9CF7D7-E324-4967-8135-F3265D4897B4}" dt="2025-09-08T00:08:34.828" v="8539"/>
          <ac:grpSpMkLst>
            <pc:docMk/>
            <pc:sldMk cId="3289989714" sldId="256"/>
            <ac:grpSpMk id="87" creationId="{02D625B8-AECC-E841-44E3-E5CA278C4528}"/>
          </ac:grpSpMkLst>
        </pc:grpChg>
        <pc:picChg chg="mod">
          <ac:chgData name="Aryan Tuteja" userId="11b7c0f6-ddf1-4894-8334-e2f2ff150683" providerId="ADAL" clId="{0E9CF7D7-E324-4967-8135-F3265D4897B4}" dt="2025-09-07T23:21:56.675" v="6575" actId="1076"/>
          <ac:picMkLst>
            <pc:docMk/>
            <pc:sldMk cId="3289989714" sldId="256"/>
            <ac:picMk id="10" creationId="{00000000-0000-0000-0000-000000000000}"/>
          </ac:picMkLst>
        </pc:picChg>
        <pc:picChg chg="mod topLvl">
          <ac:chgData name="Aryan Tuteja" userId="11b7c0f6-ddf1-4894-8334-e2f2ff150683" providerId="ADAL" clId="{0E9CF7D7-E324-4967-8135-F3265D4897B4}" dt="2025-09-07T23:45:11.263" v="7230" actId="165"/>
          <ac:picMkLst>
            <pc:docMk/>
            <pc:sldMk cId="3289989714" sldId="256"/>
            <ac:picMk id="15" creationId="{EF8AE356-C055-816C-105E-AD20E6390CFF}"/>
          </ac:picMkLst>
        </pc:picChg>
        <pc:picChg chg="mod ord">
          <ac:chgData name="Aryan Tuteja" userId="11b7c0f6-ddf1-4894-8334-e2f2ff150683" providerId="ADAL" clId="{0E9CF7D7-E324-4967-8135-F3265D4897B4}" dt="2025-09-07T23:49:57.536" v="7584" actId="164"/>
          <ac:picMkLst>
            <pc:docMk/>
            <pc:sldMk cId="3289989714" sldId="256"/>
            <ac:picMk id="20" creationId="{FC47B9FF-EDDE-38C5-1110-60B654258789}"/>
          </ac:picMkLst>
        </pc:picChg>
        <pc:picChg chg="mod">
          <ac:chgData name="Aryan Tuteja" userId="11b7c0f6-ddf1-4894-8334-e2f2ff150683" providerId="ADAL" clId="{0E9CF7D7-E324-4967-8135-F3265D4897B4}" dt="2025-09-08T00:08:34.828" v="8539"/>
          <ac:picMkLst>
            <pc:docMk/>
            <pc:sldMk cId="3289989714" sldId="256"/>
            <ac:picMk id="22" creationId="{E3D72685-88C1-6B48-0C79-E068BA312668}"/>
          </ac:picMkLst>
        </pc:picChg>
        <pc:picChg chg="mod ord">
          <ac:chgData name="Aryan Tuteja" userId="11b7c0f6-ddf1-4894-8334-e2f2ff150683" providerId="ADAL" clId="{0E9CF7D7-E324-4967-8135-F3265D4897B4}" dt="2025-09-07T23:50:09.127" v="7586" actId="164"/>
          <ac:picMkLst>
            <pc:docMk/>
            <pc:sldMk cId="3289989714" sldId="256"/>
            <ac:picMk id="26" creationId="{FCCCCB50-127E-3058-FBC1-88B53D4124E8}"/>
          </ac:picMkLst>
        </pc:picChg>
        <pc:picChg chg="mod ord modCrop">
          <ac:chgData name="Aryan Tuteja" userId="11b7c0f6-ddf1-4894-8334-e2f2ff150683" providerId="ADAL" clId="{0E9CF7D7-E324-4967-8135-F3265D4897B4}" dt="2025-09-07T23:50:19.345" v="7590"/>
          <ac:picMkLst>
            <pc:docMk/>
            <pc:sldMk cId="3289989714" sldId="256"/>
            <ac:picMk id="30" creationId="{140760A5-49C2-FD37-61FF-DFC1AEB315E2}"/>
          </ac:picMkLst>
        </pc:picChg>
        <pc:picChg chg="mod ord modCrop">
          <ac:chgData name="Aryan Tuteja" userId="11b7c0f6-ddf1-4894-8334-e2f2ff150683" providerId="ADAL" clId="{0E9CF7D7-E324-4967-8135-F3265D4897B4}" dt="2025-09-07T23:51:12.435" v="7630" actId="1076"/>
          <ac:picMkLst>
            <pc:docMk/>
            <pc:sldMk cId="3289989714" sldId="256"/>
            <ac:picMk id="34" creationId="{FA040C41-CD31-613B-56DC-C9E5E731C0C7}"/>
          </ac:picMkLst>
        </pc:picChg>
        <pc:picChg chg="mod">
          <ac:chgData name="Aryan Tuteja" userId="11b7c0f6-ddf1-4894-8334-e2f2ff150683" providerId="ADAL" clId="{0E9CF7D7-E324-4967-8135-F3265D4897B4}" dt="2025-09-07T23:28:19.630" v="6632" actId="164"/>
          <ac:picMkLst>
            <pc:docMk/>
            <pc:sldMk cId="3289989714" sldId="256"/>
            <ac:picMk id="42" creationId="{D5FFA825-1685-3711-3E46-10EB21080931}"/>
          </ac:picMkLst>
        </pc:picChg>
        <pc:picChg chg="add mod">
          <ac:chgData name="Aryan Tuteja" userId="11b7c0f6-ddf1-4894-8334-e2f2ff150683" providerId="ADAL" clId="{0E9CF7D7-E324-4967-8135-F3265D4897B4}" dt="2025-09-08T00:09:30.741" v="8549" actId="14100"/>
          <ac:picMkLst>
            <pc:docMk/>
            <pc:sldMk cId="3289989714" sldId="256"/>
            <ac:picMk id="90" creationId="{B7E89860-3153-31B6-9DA6-286927735D45}"/>
          </ac:picMkLst>
        </pc:picChg>
        <pc:picChg chg="add mod">
          <ac:chgData name="Aryan Tuteja" userId="11b7c0f6-ddf1-4894-8334-e2f2ff150683" providerId="ADAL" clId="{0E9CF7D7-E324-4967-8135-F3265D4897B4}" dt="2025-09-08T01:13:45.806" v="11472" actId="1076"/>
          <ac:picMkLst>
            <pc:docMk/>
            <pc:sldMk cId="3289989714" sldId="256"/>
            <ac:picMk id="94" creationId="{F506119D-4A44-20C5-43A5-5890907C4BBB}"/>
          </ac:picMkLst>
        </pc:picChg>
        <pc:picChg chg="add mod topLvl">
          <ac:chgData name="Aryan Tuteja" userId="11b7c0f6-ddf1-4894-8334-e2f2ff150683" providerId="ADAL" clId="{0E9CF7D7-E324-4967-8135-F3265D4897B4}" dt="2025-09-07T23:44:51.820" v="7227"/>
          <ac:picMkLst>
            <pc:docMk/>
            <pc:sldMk cId="3289989714" sldId="256"/>
            <ac:picMk id="1031" creationId="{6297A203-FED3-1184-EFAD-4D1475FD4384}"/>
          </ac:picMkLst>
        </pc:picChg>
        <pc:picChg chg="add mod topLvl">
          <ac:chgData name="Aryan Tuteja" userId="11b7c0f6-ddf1-4894-8334-e2f2ff150683" providerId="ADAL" clId="{0E9CF7D7-E324-4967-8135-F3265D4897B4}" dt="2025-09-07T23:44:51.820" v="7227"/>
          <ac:picMkLst>
            <pc:docMk/>
            <pc:sldMk cId="3289989714" sldId="256"/>
            <ac:picMk id="1033" creationId="{0A5BEA6C-5959-5C23-0079-20DE217B4C74}"/>
          </ac:picMkLst>
        </pc:picChg>
        <pc:cxnChg chg="mod">
          <ac:chgData name="Aryan Tuteja" userId="11b7c0f6-ddf1-4894-8334-e2f2ff150683" providerId="ADAL" clId="{0E9CF7D7-E324-4967-8135-F3265D4897B4}" dt="2025-09-07T23:27:52.685" v="6628" actId="14100"/>
          <ac:cxnSpMkLst>
            <pc:docMk/>
            <pc:sldMk cId="3289989714" sldId="256"/>
            <ac:cxnSpMk id="13" creationId="{00000000-0000-0000-0000-000000000000}"/>
          </ac:cxnSpMkLst>
        </pc:cxnChg>
        <pc:cxnChg chg="mod">
          <ac:chgData name="Aryan Tuteja" userId="11b7c0f6-ddf1-4894-8334-e2f2ff150683" providerId="ADAL" clId="{0E9CF7D7-E324-4967-8135-F3265D4897B4}" dt="2025-09-07T23:27:59.597" v="6629" actId="14100"/>
          <ac:cxnSpMkLst>
            <pc:docMk/>
            <pc:sldMk cId="3289989714" sldId="256"/>
            <ac:cxnSpMk id="14" creationId="{00000000-0000-0000-0000-000000000000}"/>
          </ac:cxnSpMkLst>
        </pc:cxnChg>
        <pc:cxnChg chg="mod">
          <ac:chgData name="Aryan Tuteja" userId="11b7c0f6-ddf1-4894-8334-e2f2ff150683" providerId="ADAL" clId="{0E9CF7D7-E324-4967-8135-F3265D4897B4}" dt="2025-09-07T19:15:12.003" v="30" actId="1076"/>
          <ac:cxnSpMkLst>
            <pc:docMk/>
            <pc:sldMk cId="3289989714" sldId="256"/>
            <ac:cxnSpMk id="55" creationId="{96D41F17-CBD0-5592-E15F-BA3A857314D4}"/>
          </ac:cxnSpMkLst>
        </pc:cxnChg>
        <pc:cxnChg chg="mod">
          <ac:chgData name="Aryan Tuteja" userId="11b7c0f6-ddf1-4894-8334-e2f2ff150683" providerId="ADAL" clId="{0E9CF7D7-E324-4967-8135-F3265D4897B4}" dt="2025-09-07T23:13:20.798" v="5789"/>
          <ac:cxnSpMkLst>
            <pc:docMk/>
            <pc:sldMk cId="3289989714" sldId="256"/>
            <ac:cxnSpMk id="67" creationId="{F8A59F48-0130-1ABB-0ABF-47D48638E14E}"/>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4713925"/>
            <a:ext cx="32644080" cy="10027920"/>
          </a:xfrm>
        </p:spPr>
        <p:txBody>
          <a:bodyPr anchor="b"/>
          <a:lstStyle>
            <a:lvl1pPr algn="ctr">
              <a:defRPr sz="25200"/>
            </a:lvl1pPr>
          </a:lstStyle>
          <a:p>
            <a:r>
              <a:rPr lang="en-US"/>
              <a:t>Click to edit Master title style</a:t>
            </a:r>
          </a:p>
        </p:txBody>
      </p:sp>
      <p:sp>
        <p:nvSpPr>
          <p:cNvPr id="3" name="Subtitle 2"/>
          <p:cNvSpPr>
            <a:spLocks noGrp="1"/>
          </p:cNvSpPr>
          <p:nvPr>
            <p:ph type="subTitle" idx="1"/>
          </p:nvPr>
        </p:nvSpPr>
        <p:spPr>
          <a:xfrm>
            <a:off x="4800600" y="15128560"/>
            <a:ext cx="28803600" cy="6954200"/>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p>
        </p:txBody>
      </p:sp>
      <p:sp>
        <p:nvSpPr>
          <p:cNvPr id="4" name="Date Placeholder 3"/>
          <p:cNvSpPr>
            <a:spLocks noGrp="1"/>
          </p:cNvSpPr>
          <p:nvPr>
            <p:ph type="dt" sz="half" idx="10"/>
          </p:nvPr>
        </p:nvSpPr>
        <p:spPr/>
        <p:txBody>
          <a:bodyPr/>
          <a:lstStyle/>
          <a:p>
            <a:fld id="{E2C4A19A-92FB-4006-AFCF-B2A47B1D9F8F}"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94965-3E89-40CA-BBEB-484E7B5CE51F}" type="slidenum">
              <a:rPr lang="en-US" smtClean="0"/>
              <a:t>‹#›</a:t>
            </a:fld>
            <a:endParaRPr lang="en-US"/>
          </a:p>
        </p:txBody>
      </p:sp>
    </p:spTree>
    <p:extLst>
      <p:ext uri="{BB962C8B-B14F-4D97-AF65-F5344CB8AC3E}">
        <p14:creationId xmlns:p14="http://schemas.microsoft.com/office/powerpoint/2010/main" val="1675418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C4A19A-92FB-4006-AFCF-B2A47B1D9F8F}"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94965-3E89-40CA-BBEB-484E7B5CE51F}" type="slidenum">
              <a:rPr lang="en-US" smtClean="0"/>
              <a:t>‹#›</a:t>
            </a:fld>
            <a:endParaRPr lang="en-US"/>
          </a:p>
        </p:txBody>
      </p:sp>
    </p:spTree>
    <p:extLst>
      <p:ext uri="{BB962C8B-B14F-4D97-AF65-F5344CB8AC3E}">
        <p14:creationId xmlns:p14="http://schemas.microsoft.com/office/powerpoint/2010/main" val="3388231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7180906"/>
            <a:ext cx="33124140" cy="11981495"/>
          </a:xfrm>
        </p:spPr>
        <p:txBody>
          <a:bodyPr anchor="b"/>
          <a:lstStyle>
            <a:lvl1pPr>
              <a:defRPr sz="25200"/>
            </a:lvl1pPr>
          </a:lstStyle>
          <a:p>
            <a:r>
              <a:rPr lang="en-US"/>
              <a:t>Click to edit Master title style</a:t>
            </a:r>
          </a:p>
        </p:txBody>
      </p:sp>
      <p:sp>
        <p:nvSpPr>
          <p:cNvPr id="3" name="Text Placeholder 2"/>
          <p:cNvSpPr>
            <a:spLocks noGrp="1"/>
          </p:cNvSpPr>
          <p:nvPr>
            <p:ph type="body" idx="1"/>
          </p:nvPr>
        </p:nvSpPr>
        <p:spPr>
          <a:xfrm>
            <a:off x="2620330" y="19275751"/>
            <a:ext cx="33124140" cy="6300785"/>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C4A19A-92FB-4006-AFCF-B2A47B1D9F8F}"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94965-3E89-40CA-BBEB-484E7B5CE51F}" type="slidenum">
              <a:rPr lang="en-US" smtClean="0"/>
              <a:t>‹#›</a:t>
            </a:fld>
            <a:endParaRPr lang="en-US"/>
          </a:p>
        </p:txBody>
      </p:sp>
    </p:spTree>
    <p:extLst>
      <p:ext uri="{BB962C8B-B14F-4D97-AF65-F5344CB8AC3E}">
        <p14:creationId xmlns:p14="http://schemas.microsoft.com/office/powerpoint/2010/main" val="2591223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640330" y="7667625"/>
            <a:ext cx="16322040" cy="182756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442430" y="7667625"/>
            <a:ext cx="16322040" cy="182756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C4A19A-92FB-4006-AFCF-B2A47B1D9F8F}"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94965-3E89-40CA-BBEB-484E7B5CE51F}" type="slidenum">
              <a:rPr lang="en-US" smtClean="0"/>
              <a:t>‹#›</a:t>
            </a:fld>
            <a:endParaRPr lang="en-US"/>
          </a:p>
        </p:txBody>
      </p:sp>
    </p:spTree>
    <p:extLst>
      <p:ext uri="{BB962C8B-B14F-4D97-AF65-F5344CB8AC3E}">
        <p14:creationId xmlns:p14="http://schemas.microsoft.com/office/powerpoint/2010/main" val="1569482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1533531"/>
            <a:ext cx="33124140" cy="5567365"/>
          </a:xfrm>
        </p:spPr>
        <p:txBody>
          <a:bodyPr/>
          <a:lstStyle/>
          <a:p>
            <a:r>
              <a:rPr lang="en-US"/>
              <a:t>Click to edit Master title style</a:t>
            </a:r>
          </a:p>
        </p:txBody>
      </p:sp>
      <p:sp>
        <p:nvSpPr>
          <p:cNvPr id="3" name="Text Placeholder 2"/>
          <p:cNvSpPr>
            <a:spLocks noGrp="1"/>
          </p:cNvSpPr>
          <p:nvPr>
            <p:ph type="body" idx="1"/>
          </p:nvPr>
        </p:nvSpPr>
        <p:spPr>
          <a:xfrm>
            <a:off x="2645336" y="7060885"/>
            <a:ext cx="16247028" cy="3460430"/>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0521315"/>
            <a:ext cx="16247028" cy="154752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442432" y="7060885"/>
            <a:ext cx="16327042" cy="3460430"/>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0521315"/>
            <a:ext cx="16327042" cy="154752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C4A19A-92FB-4006-AFCF-B2A47B1D9F8F}" type="datetimeFigureOut">
              <a:rPr lang="en-US" smtClean="0"/>
              <a:t>9/8/2025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E94965-3E89-40CA-BBEB-484E7B5CE51F}" type="slidenum">
              <a:rPr lang="en-US" smtClean="0"/>
              <a:t>‹#›</a:t>
            </a:fld>
            <a:endParaRPr lang="en-US"/>
          </a:p>
        </p:txBody>
      </p:sp>
    </p:spTree>
    <p:extLst>
      <p:ext uri="{BB962C8B-B14F-4D97-AF65-F5344CB8AC3E}">
        <p14:creationId xmlns:p14="http://schemas.microsoft.com/office/powerpoint/2010/main" val="3860977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2C4A19A-92FB-4006-AFCF-B2A47B1D9F8F}" type="datetimeFigureOut">
              <a:rPr lang="en-US" smtClean="0"/>
              <a:t>9/8/2025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E94965-3E89-40CA-BBEB-484E7B5CE51F}" type="slidenum">
              <a:rPr lang="en-US" smtClean="0"/>
              <a:t>‹#›</a:t>
            </a:fld>
            <a:endParaRPr lang="en-US"/>
          </a:p>
        </p:txBody>
      </p:sp>
    </p:spTree>
    <p:extLst>
      <p:ext uri="{BB962C8B-B14F-4D97-AF65-F5344CB8AC3E}">
        <p14:creationId xmlns:p14="http://schemas.microsoft.com/office/powerpoint/2010/main" val="2107325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C4A19A-92FB-4006-AFCF-B2A47B1D9F8F}" type="datetimeFigureOut">
              <a:rPr lang="en-US" smtClean="0"/>
              <a:t>9/8/2025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E94965-3E89-40CA-BBEB-484E7B5CE51F}" type="slidenum">
              <a:rPr lang="en-US" smtClean="0"/>
              <a:t>‹#›</a:t>
            </a:fld>
            <a:endParaRPr lang="en-US"/>
          </a:p>
        </p:txBody>
      </p:sp>
    </p:spTree>
    <p:extLst>
      <p:ext uri="{BB962C8B-B14F-4D97-AF65-F5344CB8AC3E}">
        <p14:creationId xmlns:p14="http://schemas.microsoft.com/office/powerpoint/2010/main" val="3194954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1920240"/>
            <a:ext cx="12386548" cy="6720840"/>
          </a:xfrm>
        </p:spPr>
        <p:txBody>
          <a:bodyPr anchor="b"/>
          <a:lstStyle>
            <a:lvl1pPr>
              <a:defRPr sz="13440"/>
            </a:lvl1pPr>
          </a:lstStyle>
          <a:p>
            <a:r>
              <a:rPr lang="en-US"/>
              <a:t>Click to edit Master title style</a:t>
            </a:r>
          </a:p>
        </p:txBody>
      </p:sp>
      <p:sp>
        <p:nvSpPr>
          <p:cNvPr id="3" name="Content Placeholder 2"/>
          <p:cNvSpPr>
            <a:spLocks noGrp="1"/>
          </p:cNvSpPr>
          <p:nvPr>
            <p:ph idx="1"/>
          </p:nvPr>
        </p:nvSpPr>
        <p:spPr>
          <a:xfrm>
            <a:off x="16327042" y="4147191"/>
            <a:ext cx="19442430" cy="20469225"/>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645332" y="8641080"/>
            <a:ext cx="12386548" cy="16008670"/>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E2C4A19A-92FB-4006-AFCF-B2A47B1D9F8F}"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94965-3E89-40CA-BBEB-484E7B5CE51F}" type="slidenum">
              <a:rPr lang="en-US" smtClean="0"/>
              <a:t>‹#›</a:t>
            </a:fld>
            <a:endParaRPr lang="en-US"/>
          </a:p>
        </p:txBody>
      </p:sp>
    </p:spTree>
    <p:extLst>
      <p:ext uri="{BB962C8B-B14F-4D97-AF65-F5344CB8AC3E}">
        <p14:creationId xmlns:p14="http://schemas.microsoft.com/office/powerpoint/2010/main" val="1677286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1920240"/>
            <a:ext cx="12386548" cy="6720840"/>
          </a:xfrm>
        </p:spPr>
        <p:txBody>
          <a:bodyPr anchor="b"/>
          <a:lstStyle>
            <a:lvl1pPr>
              <a:defRPr sz="13440"/>
            </a:lvl1pPr>
          </a:lstStyle>
          <a:p>
            <a:r>
              <a:rPr lang="en-US"/>
              <a:t>Click to edit Master title style</a:t>
            </a:r>
          </a:p>
        </p:txBody>
      </p:sp>
      <p:sp>
        <p:nvSpPr>
          <p:cNvPr id="3" name="Picture Placeholder 2"/>
          <p:cNvSpPr>
            <a:spLocks noGrp="1" noChangeAspect="1"/>
          </p:cNvSpPr>
          <p:nvPr>
            <p:ph type="pic" idx="1"/>
          </p:nvPr>
        </p:nvSpPr>
        <p:spPr>
          <a:xfrm>
            <a:off x="16327042" y="4147191"/>
            <a:ext cx="19442430" cy="20469225"/>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p>
        </p:txBody>
      </p:sp>
      <p:sp>
        <p:nvSpPr>
          <p:cNvPr id="4" name="Text Placeholder 3"/>
          <p:cNvSpPr>
            <a:spLocks noGrp="1"/>
          </p:cNvSpPr>
          <p:nvPr>
            <p:ph type="body" sz="half" idx="2"/>
          </p:nvPr>
        </p:nvSpPr>
        <p:spPr>
          <a:xfrm>
            <a:off x="2645332" y="8641080"/>
            <a:ext cx="12386548" cy="16008670"/>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E2C4A19A-92FB-4006-AFCF-B2A47B1D9F8F}"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94965-3E89-40CA-BBEB-484E7B5CE51F}" type="slidenum">
              <a:rPr lang="en-US" smtClean="0"/>
              <a:t>‹#›</a:t>
            </a:fld>
            <a:endParaRPr lang="en-US"/>
          </a:p>
        </p:txBody>
      </p:sp>
    </p:spTree>
    <p:extLst>
      <p:ext uri="{BB962C8B-B14F-4D97-AF65-F5344CB8AC3E}">
        <p14:creationId xmlns:p14="http://schemas.microsoft.com/office/powerpoint/2010/main" val="4281160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C4A19A-92FB-4006-AFCF-B2A47B1D9F8F}"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94965-3E89-40CA-BBEB-484E7B5CE51F}" type="slidenum">
              <a:rPr lang="en-US" smtClean="0"/>
              <a:t>‹#›</a:t>
            </a:fld>
            <a:endParaRPr lang="en-US"/>
          </a:p>
        </p:txBody>
      </p:sp>
    </p:spTree>
    <p:extLst>
      <p:ext uri="{BB962C8B-B14F-4D97-AF65-F5344CB8AC3E}">
        <p14:creationId xmlns:p14="http://schemas.microsoft.com/office/powerpoint/2010/main" val="2900487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1533525"/>
            <a:ext cx="8281035" cy="244097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640332" y="1533525"/>
            <a:ext cx="24363045" cy="24409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C4A19A-92FB-4006-AFCF-B2A47B1D9F8F}"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94965-3E89-40CA-BBEB-484E7B5CE51F}" type="slidenum">
              <a:rPr lang="en-US" smtClean="0"/>
              <a:t>‹#›</a:t>
            </a:fld>
            <a:endParaRPr lang="en-US"/>
          </a:p>
        </p:txBody>
      </p:sp>
    </p:spTree>
    <p:extLst>
      <p:ext uri="{BB962C8B-B14F-4D97-AF65-F5344CB8AC3E}">
        <p14:creationId xmlns:p14="http://schemas.microsoft.com/office/powerpoint/2010/main" val="3796324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1533531"/>
            <a:ext cx="33124140" cy="556736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640330" y="7667625"/>
            <a:ext cx="33124140" cy="182756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40330" y="26696676"/>
            <a:ext cx="8641080" cy="1533525"/>
          </a:xfrm>
          <a:prstGeom prst="rect">
            <a:avLst/>
          </a:prstGeom>
        </p:spPr>
        <p:txBody>
          <a:bodyPr vert="horz" lIns="91440" tIns="45720" rIns="91440" bIns="45720" rtlCol="0" anchor="ctr"/>
          <a:lstStyle>
            <a:lvl1pPr algn="l">
              <a:defRPr sz="5040">
                <a:solidFill>
                  <a:schemeClr val="tx1">
                    <a:tint val="75000"/>
                  </a:schemeClr>
                </a:solidFill>
              </a:defRPr>
            </a:lvl1pPr>
          </a:lstStyle>
          <a:p>
            <a:fld id="{E2C4A19A-92FB-4006-AFCF-B2A47B1D9F8F}" type="datetimeFigureOut">
              <a:rPr lang="en-US" smtClean="0"/>
              <a:t>9/8/2025</a:t>
            </a:fld>
            <a:endParaRPr lang="en-US"/>
          </a:p>
        </p:txBody>
      </p:sp>
      <p:sp>
        <p:nvSpPr>
          <p:cNvPr id="5" name="Footer Placeholder 4"/>
          <p:cNvSpPr>
            <a:spLocks noGrp="1"/>
          </p:cNvSpPr>
          <p:nvPr>
            <p:ph type="ftr" sz="quarter" idx="3"/>
          </p:nvPr>
        </p:nvSpPr>
        <p:spPr>
          <a:xfrm>
            <a:off x="12721590" y="26696676"/>
            <a:ext cx="12961620" cy="1533525"/>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123390" y="26696676"/>
            <a:ext cx="8641080" cy="1533525"/>
          </a:xfrm>
          <a:prstGeom prst="rect">
            <a:avLst/>
          </a:prstGeom>
        </p:spPr>
        <p:txBody>
          <a:bodyPr vert="horz" lIns="91440" tIns="45720" rIns="91440" bIns="45720" rtlCol="0" anchor="ctr"/>
          <a:lstStyle>
            <a:lvl1pPr algn="r">
              <a:defRPr sz="5040">
                <a:solidFill>
                  <a:schemeClr val="tx1">
                    <a:tint val="75000"/>
                  </a:schemeClr>
                </a:solidFill>
              </a:defRPr>
            </a:lvl1pPr>
          </a:lstStyle>
          <a:p>
            <a:fld id="{95E94965-3E89-40CA-BBEB-484E7B5CE51F}" type="slidenum">
              <a:rPr lang="en-US" smtClean="0"/>
              <a:t>‹#›</a:t>
            </a:fld>
            <a:endParaRPr lang="en-US"/>
          </a:p>
        </p:txBody>
      </p:sp>
    </p:spTree>
    <p:extLst>
      <p:ext uri="{BB962C8B-B14F-4D97-AF65-F5344CB8AC3E}">
        <p14:creationId xmlns:p14="http://schemas.microsoft.com/office/powerpoint/2010/main" val="402395248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 name="Group 82">
            <a:extLst>
              <a:ext uri="{FF2B5EF4-FFF2-40B4-BE49-F238E27FC236}">
                <a16:creationId xmlns:a16="http://schemas.microsoft.com/office/drawing/2014/main" id="{7E963C97-1DD0-1B59-2760-928A2A057CA7}"/>
              </a:ext>
            </a:extLst>
          </p:cNvPr>
          <p:cNvGrpSpPr/>
          <p:nvPr/>
        </p:nvGrpSpPr>
        <p:grpSpPr>
          <a:xfrm>
            <a:off x="18927129" y="19672879"/>
            <a:ext cx="6874037" cy="3663070"/>
            <a:chOff x="18873360" y="19254938"/>
            <a:chExt cx="6874037" cy="3663070"/>
          </a:xfrm>
        </p:grpSpPr>
        <p:pic>
          <p:nvPicPr>
            <p:cNvPr id="26" name="Picture 25" descr="A graph with a green line&#10;&#10;AI-generated content may be incorrect.">
              <a:extLst>
                <a:ext uri="{FF2B5EF4-FFF2-40B4-BE49-F238E27FC236}">
                  <a16:creationId xmlns:a16="http://schemas.microsoft.com/office/drawing/2014/main" id="{FCCCCB50-127E-3058-FBC1-88B53D4124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73360" y="19254938"/>
              <a:ext cx="6874037" cy="3286649"/>
            </a:xfrm>
            <a:prstGeom prst="rect">
              <a:avLst/>
            </a:prstGeom>
          </p:spPr>
        </p:pic>
        <p:sp>
          <p:nvSpPr>
            <p:cNvPr id="79" name="TextBox 78">
              <a:extLst>
                <a:ext uri="{FF2B5EF4-FFF2-40B4-BE49-F238E27FC236}">
                  <a16:creationId xmlns:a16="http://schemas.microsoft.com/office/drawing/2014/main" id="{9C966430-4A6D-F49B-4DA6-60707D140C80}"/>
                </a:ext>
              </a:extLst>
            </p:cNvPr>
            <p:cNvSpPr txBox="1"/>
            <p:nvPr/>
          </p:nvSpPr>
          <p:spPr>
            <a:xfrm>
              <a:off x="19693841" y="22610231"/>
              <a:ext cx="5601356" cy="307777"/>
            </a:xfrm>
            <a:prstGeom prst="rect">
              <a:avLst/>
            </a:prstGeom>
            <a:noFill/>
          </p:spPr>
          <p:txBody>
            <a:bodyPr wrap="square" rtlCol="0">
              <a:spAutoFit/>
            </a:bodyPr>
            <a:lstStyle/>
            <a:p>
              <a:r>
                <a:rPr lang="en-US" sz="1400" i="1"/>
                <a:t>Note. </a:t>
              </a:r>
              <a:r>
                <a:rPr lang="en-US" sz="1400"/>
                <a:t>3D diagram showing the trajectory of the spacecraft around Mars.</a:t>
              </a:r>
              <a:endParaRPr lang="en-US" sz="1400" i="1"/>
            </a:p>
          </p:txBody>
        </p:sp>
      </p:grpSp>
      <p:grpSp>
        <p:nvGrpSpPr>
          <p:cNvPr id="82" name="Group 81">
            <a:extLst>
              <a:ext uri="{FF2B5EF4-FFF2-40B4-BE49-F238E27FC236}">
                <a16:creationId xmlns:a16="http://schemas.microsoft.com/office/drawing/2014/main" id="{59B1DC57-3F5A-5A5F-0E22-6591C048C03C}"/>
              </a:ext>
            </a:extLst>
          </p:cNvPr>
          <p:cNvGrpSpPr/>
          <p:nvPr/>
        </p:nvGrpSpPr>
        <p:grpSpPr>
          <a:xfrm>
            <a:off x="12801175" y="19358527"/>
            <a:ext cx="5976498" cy="3871779"/>
            <a:chOff x="12722537" y="19200117"/>
            <a:chExt cx="5976498" cy="3871779"/>
          </a:xfrm>
        </p:grpSpPr>
        <p:pic>
          <p:nvPicPr>
            <p:cNvPr id="20" name="Picture 19" descr="A graph of a sphere with lines and circles&#10;&#10;AI-generated content may be incorrect.">
              <a:extLst>
                <a:ext uri="{FF2B5EF4-FFF2-40B4-BE49-F238E27FC236}">
                  <a16:creationId xmlns:a16="http://schemas.microsoft.com/office/drawing/2014/main" id="{FC47B9FF-EDDE-38C5-1110-60B654258789}"/>
                </a:ext>
              </a:extLst>
            </p:cNvPr>
            <p:cNvPicPr>
              <a:picLocks noChangeAspect="1"/>
            </p:cNvPicPr>
            <p:nvPr/>
          </p:nvPicPr>
          <p:blipFill>
            <a:blip r:embed="rId3">
              <a:extLst>
                <a:ext uri="{28A0092B-C50C-407E-A947-70E740481C1C}">
                  <a14:useLocalDpi xmlns:a14="http://schemas.microsoft.com/office/drawing/2010/main" val="0"/>
                </a:ext>
              </a:extLst>
            </a:blip>
            <a:srcRect l="29482" r="24286"/>
            <a:stretch>
              <a:fillRect/>
            </a:stretch>
          </p:blipFill>
          <p:spPr>
            <a:xfrm>
              <a:off x="12722537" y="19200117"/>
              <a:ext cx="5676194" cy="3790244"/>
            </a:xfrm>
            <a:prstGeom prst="rect">
              <a:avLst/>
            </a:prstGeom>
          </p:spPr>
        </p:pic>
        <p:sp>
          <p:nvSpPr>
            <p:cNvPr id="77" name="TextBox 76">
              <a:extLst>
                <a:ext uri="{FF2B5EF4-FFF2-40B4-BE49-F238E27FC236}">
                  <a16:creationId xmlns:a16="http://schemas.microsoft.com/office/drawing/2014/main" id="{706E43FB-1C1B-C4C9-E1FC-76F2E41015EC}"/>
                </a:ext>
              </a:extLst>
            </p:cNvPr>
            <p:cNvSpPr txBox="1"/>
            <p:nvPr/>
          </p:nvSpPr>
          <p:spPr>
            <a:xfrm>
              <a:off x="13097679" y="22764119"/>
              <a:ext cx="5601356" cy="307777"/>
            </a:xfrm>
            <a:prstGeom prst="rect">
              <a:avLst/>
            </a:prstGeom>
            <a:noFill/>
          </p:spPr>
          <p:txBody>
            <a:bodyPr wrap="square" rtlCol="0">
              <a:spAutoFit/>
            </a:bodyPr>
            <a:lstStyle/>
            <a:p>
              <a:r>
                <a:rPr lang="en-US" sz="1400" i="1"/>
                <a:t>Note. </a:t>
              </a:r>
              <a:r>
                <a:rPr lang="en-US" sz="1400"/>
                <a:t>3D diagram showing the trajectory of the spacecraft around Mars.</a:t>
              </a:r>
              <a:endParaRPr lang="en-US" sz="1400" i="1"/>
            </a:p>
          </p:txBody>
        </p:sp>
      </p:grpSp>
      <p:grpSp>
        <p:nvGrpSpPr>
          <p:cNvPr id="81" name="Group 80">
            <a:extLst>
              <a:ext uri="{FF2B5EF4-FFF2-40B4-BE49-F238E27FC236}">
                <a16:creationId xmlns:a16="http://schemas.microsoft.com/office/drawing/2014/main" id="{50A5988F-B30D-6BBA-3F73-EE28A151F046}"/>
              </a:ext>
            </a:extLst>
          </p:cNvPr>
          <p:cNvGrpSpPr/>
          <p:nvPr/>
        </p:nvGrpSpPr>
        <p:grpSpPr>
          <a:xfrm>
            <a:off x="12532575" y="23268126"/>
            <a:ext cx="12715602" cy="3363613"/>
            <a:chOff x="12656852" y="23044470"/>
            <a:chExt cx="12715602" cy="3363613"/>
          </a:xfrm>
        </p:grpSpPr>
        <p:pic>
          <p:nvPicPr>
            <p:cNvPr id="30" name="Picture 29" descr="A graph with a red line&#10;&#10;AI-generated content may be incorrect.">
              <a:extLst>
                <a:ext uri="{FF2B5EF4-FFF2-40B4-BE49-F238E27FC236}">
                  <a16:creationId xmlns:a16="http://schemas.microsoft.com/office/drawing/2014/main" id="{140760A5-49C2-FD37-61FF-DFC1AEB315E2}"/>
                </a:ext>
              </a:extLst>
            </p:cNvPr>
            <p:cNvPicPr>
              <a:picLocks noChangeAspect="1"/>
            </p:cNvPicPr>
            <p:nvPr/>
          </p:nvPicPr>
          <p:blipFill>
            <a:blip r:embed="rId4">
              <a:extLst>
                <a:ext uri="{28A0092B-C50C-407E-A947-70E740481C1C}">
                  <a14:useLocalDpi xmlns:a14="http://schemas.microsoft.com/office/drawing/2010/main" val="0"/>
                </a:ext>
              </a:extLst>
            </a:blip>
            <a:srcRect t="5240"/>
            <a:stretch>
              <a:fillRect/>
            </a:stretch>
          </p:blipFill>
          <p:spPr>
            <a:xfrm>
              <a:off x="12656852" y="23044470"/>
              <a:ext cx="6774021" cy="3069094"/>
            </a:xfrm>
            <a:prstGeom prst="rect">
              <a:avLst/>
            </a:prstGeom>
          </p:spPr>
        </p:pic>
        <p:sp>
          <p:nvSpPr>
            <p:cNvPr id="80" name="TextBox 79">
              <a:extLst>
                <a:ext uri="{FF2B5EF4-FFF2-40B4-BE49-F238E27FC236}">
                  <a16:creationId xmlns:a16="http://schemas.microsoft.com/office/drawing/2014/main" id="{570E7D26-37D9-E39E-B8E2-7B66EEC103BA}"/>
                </a:ext>
              </a:extLst>
            </p:cNvPr>
            <p:cNvSpPr txBox="1"/>
            <p:nvPr/>
          </p:nvSpPr>
          <p:spPr>
            <a:xfrm>
              <a:off x="13118231" y="26027234"/>
              <a:ext cx="5601356" cy="307777"/>
            </a:xfrm>
            <a:prstGeom prst="rect">
              <a:avLst/>
            </a:prstGeom>
            <a:noFill/>
          </p:spPr>
          <p:txBody>
            <a:bodyPr wrap="square" rtlCol="0">
              <a:spAutoFit/>
            </a:bodyPr>
            <a:lstStyle/>
            <a:p>
              <a:pPr algn="ctr"/>
              <a:r>
                <a:rPr lang="en-US" sz="1400" i="1"/>
                <a:t>Note. </a:t>
              </a:r>
              <a:r>
                <a:rPr lang="en-US" sz="1400"/>
                <a:t>Graph representing the peak – g loads per pass.</a:t>
              </a:r>
              <a:endParaRPr lang="en-US" sz="1400" i="1"/>
            </a:p>
          </p:txBody>
        </p:sp>
        <p:sp>
          <p:nvSpPr>
            <p:cNvPr id="86" name="TextBox 85">
              <a:extLst>
                <a:ext uri="{FF2B5EF4-FFF2-40B4-BE49-F238E27FC236}">
                  <a16:creationId xmlns:a16="http://schemas.microsoft.com/office/drawing/2014/main" id="{CACC1B6F-5DBD-8DB3-4B50-4CA6268C265D}"/>
                </a:ext>
              </a:extLst>
            </p:cNvPr>
            <p:cNvSpPr txBox="1"/>
            <p:nvPr/>
          </p:nvSpPr>
          <p:spPr>
            <a:xfrm>
              <a:off x="19771098" y="26100306"/>
              <a:ext cx="5601356" cy="307777"/>
            </a:xfrm>
            <a:prstGeom prst="rect">
              <a:avLst/>
            </a:prstGeom>
            <a:noFill/>
          </p:spPr>
          <p:txBody>
            <a:bodyPr wrap="square" rtlCol="0">
              <a:spAutoFit/>
            </a:bodyPr>
            <a:lstStyle/>
            <a:p>
              <a:pPr algn="ctr"/>
              <a:r>
                <a:rPr lang="en-US" sz="1400" i="1"/>
                <a:t>Note. </a:t>
              </a:r>
              <a:r>
                <a:rPr lang="en-US" sz="1400"/>
                <a:t>Graph representing the peak dynamic pressure per pass.</a:t>
              </a:r>
              <a:endParaRPr lang="en-US" sz="1400" i="1"/>
            </a:p>
          </p:txBody>
        </p:sp>
      </p:grpSp>
      <p:pic>
        <p:nvPicPr>
          <p:cNvPr id="34" name="Picture 33" descr="A graph with a line going up&#10;&#10;AI-generated content may be incorrect.">
            <a:extLst>
              <a:ext uri="{FF2B5EF4-FFF2-40B4-BE49-F238E27FC236}">
                <a16:creationId xmlns:a16="http://schemas.microsoft.com/office/drawing/2014/main" id="{FA040C41-CD31-613B-56DC-C9E5E731C0C7}"/>
              </a:ext>
            </a:extLst>
          </p:cNvPr>
          <p:cNvPicPr>
            <a:picLocks noChangeAspect="1"/>
          </p:cNvPicPr>
          <p:nvPr/>
        </p:nvPicPr>
        <p:blipFill>
          <a:blip r:embed="rId5">
            <a:extLst>
              <a:ext uri="{28A0092B-C50C-407E-A947-70E740481C1C}">
                <a14:useLocalDpi xmlns:a14="http://schemas.microsoft.com/office/drawing/2010/main" val="0"/>
              </a:ext>
            </a:extLst>
          </a:blip>
          <a:srcRect t="5753"/>
          <a:stretch>
            <a:fillRect/>
          </a:stretch>
        </p:blipFill>
        <p:spPr>
          <a:xfrm>
            <a:off x="18955909" y="23307205"/>
            <a:ext cx="6874035" cy="3097573"/>
          </a:xfrm>
          <a:prstGeom prst="rect">
            <a:avLst/>
          </a:prstGeom>
        </p:spPr>
      </p:pic>
      <p:cxnSp>
        <p:nvCxnSpPr>
          <p:cNvPr id="13" name="Straight Connector 12"/>
          <p:cNvCxnSpPr>
            <a:cxnSpLocks/>
          </p:cNvCxnSpPr>
          <p:nvPr/>
        </p:nvCxnSpPr>
        <p:spPr>
          <a:xfrm flipH="1">
            <a:off x="12792953" y="2916811"/>
            <a:ext cx="47853" cy="25603200"/>
          </a:xfrm>
          <a:prstGeom prst="line">
            <a:avLst/>
          </a:prstGeom>
          <a:ln w="76200">
            <a:solidFill>
              <a:srgbClr val="CFB97D"/>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5572622" y="2909733"/>
            <a:ext cx="45720" cy="25603200"/>
          </a:xfrm>
          <a:prstGeom prst="line">
            <a:avLst/>
          </a:prstGeom>
          <a:ln w="76200">
            <a:solidFill>
              <a:srgbClr val="CFB97D"/>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96012" y="-50624"/>
            <a:ext cx="38404800" cy="294688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20">
              <a:latin typeface="Times New Roman" panose="02020603050405020304" pitchFamily="18" charset="0"/>
              <a:cs typeface="Times New Roman" panose="02020603050405020304" pitchFamily="18" charset="0"/>
            </a:endParaRPr>
          </a:p>
        </p:txBody>
      </p:sp>
      <p:sp>
        <p:nvSpPr>
          <p:cNvPr id="5" name="Rectangle 4"/>
          <p:cNvSpPr/>
          <p:nvPr/>
        </p:nvSpPr>
        <p:spPr>
          <a:xfrm>
            <a:off x="0" y="26850744"/>
            <a:ext cx="38404800" cy="19528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20">
              <a:latin typeface="Times New Roman" panose="02020603050405020304" pitchFamily="18" charset="0"/>
              <a:cs typeface="Times New Roman" panose="02020603050405020304" pitchFamily="18" charset="0"/>
            </a:endParaRPr>
          </a:p>
        </p:txBody>
      </p:sp>
      <p:sp>
        <p:nvSpPr>
          <p:cNvPr id="6" name="Rectangle 5"/>
          <p:cNvSpPr/>
          <p:nvPr/>
        </p:nvSpPr>
        <p:spPr>
          <a:xfrm rot="5400000">
            <a:off x="-14305788" y="14305788"/>
            <a:ext cx="28803600" cy="192024"/>
          </a:xfrm>
          <a:prstGeom prst="rect">
            <a:avLst/>
          </a:prstGeom>
          <a:solidFill>
            <a:srgbClr val="CFB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20">
              <a:latin typeface="Times New Roman" panose="02020603050405020304" pitchFamily="18" charset="0"/>
              <a:cs typeface="Times New Roman" panose="02020603050405020304" pitchFamily="18" charset="0"/>
            </a:endParaRPr>
          </a:p>
        </p:txBody>
      </p:sp>
      <p:sp>
        <p:nvSpPr>
          <p:cNvPr id="7" name="Rectangle 6"/>
          <p:cNvSpPr/>
          <p:nvPr/>
        </p:nvSpPr>
        <p:spPr>
          <a:xfrm rot="5400000">
            <a:off x="23906988" y="14305788"/>
            <a:ext cx="28803600" cy="192024"/>
          </a:xfrm>
          <a:prstGeom prst="rect">
            <a:avLst/>
          </a:prstGeom>
          <a:solidFill>
            <a:srgbClr val="CFB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20">
              <a:latin typeface="Times New Roman" panose="02020603050405020304" pitchFamily="18" charset="0"/>
              <a:cs typeface="Times New Roman" panose="02020603050405020304" pitchFamily="18" charset="0"/>
            </a:endParaRPr>
          </a:p>
        </p:txBody>
      </p:sp>
      <p:sp>
        <p:nvSpPr>
          <p:cNvPr id="8" name="Rectangle 7"/>
          <p:cNvSpPr/>
          <p:nvPr/>
        </p:nvSpPr>
        <p:spPr>
          <a:xfrm>
            <a:off x="0" y="0"/>
            <a:ext cx="38404803" cy="192024"/>
          </a:xfrm>
          <a:prstGeom prst="rect">
            <a:avLst/>
          </a:prstGeom>
          <a:solidFill>
            <a:srgbClr val="CFB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20">
              <a:latin typeface="Times New Roman" panose="02020603050405020304" pitchFamily="18" charset="0"/>
              <a:cs typeface="Times New Roman" panose="02020603050405020304" pitchFamily="18" charset="0"/>
            </a:endParaRPr>
          </a:p>
        </p:txBody>
      </p:sp>
      <p:sp>
        <p:nvSpPr>
          <p:cNvPr id="9" name="Rectangle 8"/>
          <p:cNvSpPr/>
          <p:nvPr/>
        </p:nvSpPr>
        <p:spPr>
          <a:xfrm>
            <a:off x="-2" y="28611576"/>
            <a:ext cx="38404803" cy="192024"/>
          </a:xfrm>
          <a:prstGeom prst="rect">
            <a:avLst/>
          </a:prstGeom>
          <a:solidFill>
            <a:srgbClr val="CFB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2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4021" y="27110632"/>
            <a:ext cx="10445107" cy="1433077"/>
          </a:xfrm>
          <a:prstGeom prst="rect">
            <a:avLst/>
          </a:prstGeom>
        </p:spPr>
      </p:pic>
      <p:sp>
        <p:nvSpPr>
          <p:cNvPr id="11" name="TextBox 10"/>
          <p:cNvSpPr txBox="1"/>
          <p:nvPr/>
        </p:nvSpPr>
        <p:spPr>
          <a:xfrm>
            <a:off x="8689941" y="506518"/>
            <a:ext cx="21024923" cy="2031325"/>
          </a:xfrm>
          <a:prstGeom prst="rect">
            <a:avLst/>
          </a:prstGeom>
          <a:noFill/>
        </p:spPr>
        <p:txBody>
          <a:bodyPr wrap="none" rtlCol="0">
            <a:spAutoFit/>
          </a:bodyPr>
          <a:lstStyle/>
          <a:p>
            <a:pPr algn="ctr"/>
            <a:r>
              <a:rPr lang="en-US" sz="5040" b="1" i="1">
                <a:solidFill>
                  <a:srgbClr val="CFB97D"/>
                </a:solidFill>
                <a:latin typeface="Arial" panose="020B0604020202020204" pitchFamily="34" charset="0"/>
                <a:ea typeface="SimSun" panose="02010600030101010101" pitchFamily="2" charset="-122"/>
                <a:cs typeface="Times New Roman" panose="02020603050405020304" pitchFamily="18" charset="0"/>
              </a:rPr>
              <a:t>Feasibility of Crewed Mars Mission Landing with Aerobraking</a:t>
            </a:r>
            <a:endParaRPr lang="en-US" sz="3780">
              <a:solidFill>
                <a:srgbClr val="CFB97D"/>
              </a:solidFill>
              <a:latin typeface="Calibri Light" panose="020F0302020204030204" pitchFamily="34" charset="0"/>
              <a:ea typeface="SimSun" panose="02010600030101010101" pitchFamily="2" charset="-122"/>
              <a:cs typeface="Times New Roman" panose="02020603050405020304" pitchFamily="18" charset="0"/>
            </a:endParaRPr>
          </a:p>
          <a:p>
            <a:pPr algn="ctr"/>
            <a:r>
              <a:rPr lang="en-US" sz="3780" i="1" u="sng">
                <a:solidFill>
                  <a:srgbClr val="CFB97D"/>
                </a:solidFill>
                <a:latin typeface="Arial" panose="020B0604020202020204" pitchFamily="34" charset="0"/>
                <a:ea typeface="SimSun" panose="02010600030101010101" pitchFamily="2" charset="-122"/>
                <a:cs typeface="Times New Roman" panose="02020603050405020304" pitchFamily="18" charset="0"/>
              </a:rPr>
              <a:t>Dr. Lynnane George, Aryan Tuteja</a:t>
            </a:r>
          </a:p>
          <a:p>
            <a:pPr algn="ctr"/>
            <a:r>
              <a:rPr lang="en-US" sz="3780" i="1" baseline="30000">
                <a:solidFill>
                  <a:srgbClr val="CFB97D"/>
                </a:solidFill>
                <a:latin typeface="Arial" panose="020B0604020202020204" pitchFamily="34" charset="0"/>
                <a:ea typeface="SimSun" panose="02010600030101010101" pitchFamily="2" charset="-122"/>
                <a:cs typeface="Times New Roman" panose="02020603050405020304" pitchFamily="18" charset="0"/>
              </a:rPr>
              <a:t>a</a:t>
            </a:r>
            <a:r>
              <a:rPr lang="en-US" sz="3780" i="1">
                <a:solidFill>
                  <a:srgbClr val="CFB97D"/>
                </a:solidFill>
                <a:latin typeface="Arial" panose="020B0604020202020204" pitchFamily="34" charset="0"/>
                <a:ea typeface="SimSun" panose="02010600030101010101" pitchFamily="2" charset="-122"/>
                <a:cs typeface="Times New Roman" panose="02020603050405020304" pitchFamily="18" charset="0"/>
              </a:rPr>
              <a:t>Department of Mechanical and Aerospace Engineering, University of Colorado Colorado Springs</a:t>
            </a:r>
          </a:p>
        </p:txBody>
      </p:sp>
      <p:grpSp>
        <p:nvGrpSpPr>
          <p:cNvPr id="84" name="Group 83">
            <a:extLst>
              <a:ext uri="{FF2B5EF4-FFF2-40B4-BE49-F238E27FC236}">
                <a16:creationId xmlns:a16="http://schemas.microsoft.com/office/drawing/2014/main" id="{7B1E2A8F-370C-C01C-4E7B-FF829828922E}"/>
              </a:ext>
            </a:extLst>
          </p:cNvPr>
          <p:cNvGrpSpPr/>
          <p:nvPr/>
        </p:nvGrpSpPr>
        <p:grpSpPr>
          <a:xfrm>
            <a:off x="195451" y="3061131"/>
            <a:ext cx="12518448" cy="738664"/>
            <a:chOff x="194627" y="4534566"/>
            <a:chExt cx="11887200" cy="703490"/>
          </a:xfrm>
        </p:grpSpPr>
        <p:cxnSp>
          <p:nvCxnSpPr>
            <p:cNvPr id="18" name="Straight Connector 17"/>
            <p:cNvCxnSpPr>
              <a:cxnSpLocks/>
            </p:cNvCxnSpPr>
            <p:nvPr/>
          </p:nvCxnSpPr>
          <p:spPr>
            <a:xfrm>
              <a:off x="194627" y="5194931"/>
              <a:ext cx="118872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375651" y="4534566"/>
              <a:ext cx="7798167" cy="703490"/>
            </a:xfrm>
            <a:prstGeom prst="rect">
              <a:avLst/>
            </a:prstGeom>
            <a:noFill/>
          </p:spPr>
          <p:txBody>
            <a:bodyPr wrap="none" rtlCol="0">
              <a:spAutoFit/>
            </a:bodyPr>
            <a:lstStyle/>
            <a:p>
              <a:r>
                <a:rPr lang="en-US" sz="4200" b="1">
                  <a:latin typeface="Times New Roman" panose="02020603050405020304" pitchFamily="18" charset="0"/>
                  <a:cs typeface="Times New Roman" panose="02020603050405020304" pitchFamily="18" charset="0"/>
                </a:rPr>
                <a:t>INTRODUCTION/MOTIVATION</a:t>
              </a:r>
            </a:p>
          </p:txBody>
        </p:sp>
      </p:grpSp>
      <p:grpSp>
        <p:nvGrpSpPr>
          <p:cNvPr id="85" name="Group 84">
            <a:extLst>
              <a:ext uri="{FF2B5EF4-FFF2-40B4-BE49-F238E27FC236}">
                <a16:creationId xmlns:a16="http://schemas.microsoft.com/office/drawing/2014/main" id="{79C7F87E-DFE3-075E-A754-D52E98D233DA}"/>
              </a:ext>
            </a:extLst>
          </p:cNvPr>
          <p:cNvGrpSpPr/>
          <p:nvPr/>
        </p:nvGrpSpPr>
        <p:grpSpPr>
          <a:xfrm>
            <a:off x="204232" y="13971291"/>
            <a:ext cx="12534379" cy="738664"/>
            <a:chOff x="194627" y="18161033"/>
            <a:chExt cx="11937504" cy="703490"/>
          </a:xfrm>
        </p:grpSpPr>
        <p:cxnSp>
          <p:nvCxnSpPr>
            <p:cNvPr id="19" name="Straight Connector 18"/>
            <p:cNvCxnSpPr>
              <a:cxnSpLocks/>
            </p:cNvCxnSpPr>
            <p:nvPr/>
          </p:nvCxnSpPr>
          <p:spPr>
            <a:xfrm>
              <a:off x="194627" y="18811604"/>
              <a:ext cx="118872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41784" y="18161033"/>
              <a:ext cx="11790347" cy="703490"/>
            </a:xfrm>
            <a:prstGeom prst="rect">
              <a:avLst/>
            </a:prstGeom>
            <a:noFill/>
          </p:spPr>
          <p:txBody>
            <a:bodyPr wrap="none" rtlCol="0">
              <a:spAutoFit/>
            </a:bodyPr>
            <a:lstStyle/>
            <a:p>
              <a:r>
                <a:rPr lang="en-US" sz="4200" b="1">
                  <a:latin typeface="Times New Roman" panose="02020603050405020304" pitchFamily="18" charset="0"/>
                  <a:cs typeface="Times New Roman" panose="02020603050405020304" pitchFamily="18" charset="0"/>
                </a:rPr>
                <a:t>EXPERIMENTAL/COMPUTATIONAL METHODS</a:t>
              </a:r>
            </a:p>
          </p:txBody>
        </p:sp>
      </p:grpSp>
      <p:grpSp>
        <p:nvGrpSpPr>
          <p:cNvPr id="70" name="Group 69">
            <a:extLst>
              <a:ext uri="{FF2B5EF4-FFF2-40B4-BE49-F238E27FC236}">
                <a16:creationId xmlns:a16="http://schemas.microsoft.com/office/drawing/2014/main" id="{EE2A9B33-BD40-5E1E-D8D8-E5FDD34699CF}"/>
              </a:ext>
            </a:extLst>
          </p:cNvPr>
          <p:cNvGrpSpPr/>
          <p:nvPr/>
        </p:nvGrpSpPr>
        <p:grpSpPr>
          <a:xfrm>
            <a:off x="25641573" y="3061140"/>
            <a:ext cx="12481560" cy="738664"/>
            <a:chOff x="24478670" y="14287259"/>
            <a:chExt cx="11887200" cy="703490"/>
          </a:xfrm>
        </p:grpSpPr>
        <p:cxnSp>
          <p:nvCxnSpPr>
            <p:cNvPr id="23" name="Straight Connector 22"/>
            <p:cNvCxnSpPr/>
            <p:nvPr/>
          </p:nvCxnSpPr>
          <p:spPr>
            <a:xfrm>
              <a:off x="24478670" y="14933588"/>
              <a:ext cx="118872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4658071" y="14287259"/>
              <a:ext cx="8534266" cy="703490"/>
            </a:xfrm>
            <a:prstGeom prst="rect">
              <a:avLst/>
            </a:prstGeom>
            <a:noFill/>
          </p:spPr>
          <p:txBody>
            <a:bodyPr wrap="none" rtlCol="0">
              <a:spAutoFit/>
            </a:bodyPr>
            <a:lstStyle/>
            <a:p>
              <a:r>
                <a:rPr lang="en-US" sz="4200" b="1">
                  <a:latin typeface="Times New Roman" panose="02020603050405020304" pitchFamily="18" charset="0"/>
                  <a:cs typeface="Times New Roman" panose="02020603050405020304" pitchFamily="18" charset="0"/>
                </a:rPr>
                <a:t>CONCLUSIONS &amp; FUTURE WORK</a:t>
              </a:r>
            </a:p>
          </p:txBody>
        </p:sp>
      </p:grpSp>
      <p:grpSp>
        <p:nvGrpSpPr>
          <p:cNvPr id="78" name="Group 77">
            <a:extLst>
              <a:ext uri="{FF2B5EF4-FFF2-40B4-BE49-F238E27FC236}">
                <a16:creationId xmlns:a16="http://schemas.microsoft.com/office/drawing/2014/main" id="{A2D83383-2240-7047-C967-E9BB6AB4F4B9}"/>
              </a:ext>
            </a:extLst>
          </p:cNvPr>
          <p:cNvGrpSpPr/>
          <p:nvPr/>
        </p:nvGrpSpPr>
        <p:grpSpPr>
          <a:xfrm>
            <a:off x="25664626" y="16064375"/>
            <a:ext cx="12548147" cy="738664"/>
            <a:chOff x="24478670" y="16762017"/>
            <a:chExt cx="11887200" cy="703490"/>
          </a:xfrm>
        </p:grpSpPr>
        <p:cxnSp>
          <p:nvCxnSpPr>
            <p:cNvPr id="39" name="Straight Connector 38"/>
            <p:cNvCxnSpPr/>
            <p:nvPr/>
          </p:nvCxnSpPr>
          <p:spPr>
            <a:xfrm>
              <a:off x="24478670" y="17401744"/>
              <a:ext cx="118872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4675003" y="16762017"/>
              <a:ext cx="3626146" cy="703490"/>
            </a:xfrm>
            <a:prstGeom prst="rect">
              <a:avLst/>
            </a:prstGeom>
            <a:noFill/>
          </p:spPr>
          <p:txBody>
            <a:bodyPr wrap="none" rtlCol="0">
              <a:spAutoFit/>
            </a:bodyPr>
            <a:lstStyle/>
            <a:p>
              <a:r>
                <a:rPr lang="en-US" sz="4200" b="1">
                  <a:latin typeface="Times New Roman" panose="02020603050405020304" pitchFamily="18" charset="0"/>
                  <a:cs typeface="Times New Roman" panose="02020603050405020304" pitchFamily="18" charset="0"/>
                </a:rPr>
                <a:t>REFERENCES</a:t>
              </a:r>
            </a:p>
          </p:txBody>
        </p:sp>
      </p:grpSp>
      <p:grpSp>
        <p:nvGrpSpPr>
          <p:cNvPr id="69" name="Group 68">
            <a:extLst>
              <a:ext uri="{FF2B5EF4-FFF2-40B4-BE49-F238E27FC236}">
                <a16:creationId xmlns:a16="http://schemas.microsoft.com/office/drawing/2014/main" id="{7D3CF77A-92C6-8E17-50C1-861154B18EEA}"/>
              </a:ext>
            </a:extLst>
          </p:cNvPr>
          <p:cNvGrpSpPr/>
          <p:nvPr/>
        </p:nvGrpSpPr>
        <p:grpSpPr>
          <a:xfrm>
            <a:off x="12925001" y="3139796"/>
            <a:ext cx="12481560" cy="738664"/>
            <a:chOff x="12365535" y="4575743"/>
            <a:chExt cx="11887200" cy="703490"/>
          </a:xfrm>
        </p:grpSpPr>
        <p:cxnSp>
          <p:nvCxnSpPr>
            <p:cNvPr id="55" name="Straight Connector 54">
              <a:extLst>
                <a:ext uri="{FF2B5EF4-FFF2-40B4-BE49-F238E27FC236}">
                  <a16:creationId xmlns:a16="http://schemas.microsoft.com/office/drawing/2014/main" id="{96D41F17-CBD0-5592-E15F-BA3A857314D4}"/>
                </a:ext>
              </a:extLst>
            </p:cNvPr>
            <p:cNvCxnSpPr>
              <a:cxnSpLocks/>
            </p:cNvCxnSpPr>
            <p:nvPr/>
          </p:nvCxnSpPr>
          <p:spPr>
            <a:xfrm>
              <a:off x="12365535" y="5168371"/>
              <a:ext cx="118872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3413770-EDA8-1EB3-8FBC-672F1CEF5341}"/>
                </a:ext>
              </a:extLst>
            </p:cNvPr>
            <p:cNvSpPr txBox="1"/>
            <p:nvPr/>
          </p:nvSpPr>
          <p:spPr>
            <a:xfrm>
              <a:off x="12603721" y="4575743"/>
              <a:ext cx="6848945" cy="703490"/>
            </a:xfrm>
            <a:prstGeom prst="rect">
              <a:avLst/>
            </a:prstGeom>
            <a:noFill/>
          </p:spPr>
          <p:txBody>
            <a:bodyPr wrap="none" rtlCol="0">
              <a:spAutoFit/>
            </a:bodyPr>
            <a:lstStyle/>
            <a:p>
              <a:r>
                <a:rPr lang="en-US" sz="4200" b="1">
                  <a:latin typeface="Times New Roman" panose="02020603050405020304" pitchFamily="18" charset="0"/>
                  <a:cs typeface="Times New Roman" panose="02020603050405020304" pitchFamily="18" charset="0"/>
                </a:rPr>
                <a:t>ASSUMPTIONS/DECISIONS</a:t>
              </a:r>
            </a:p>
          </p:txBody>
        </p:sp>
      </p:grpSp>
      <p:sp>
        <p:nvSpPr>
          <p:cNvPr id="46" name="TextBox 45">
            <a:extLst>
              <a:ext uri="{FF2B5EF4-FFF2-40B4-BE49-F238E27FC236}">
                <a16:creationId xmlns:a16="http://schemas.microsoft.com/office/drawing/2014/main" id="{0F4A3349-F47A-0C5F-0E59-690D3923E287}"/>
              </a:ext>
            </a:extLst>
          </p:cNvPr>
          <p:cNvSpPr txBox="1"/>
          <p:nvPr/>
        </p:nvSpPr>
        <p:spPr>
          <a:xfrm>
            <a:off x="25707985" y="16685082"/>
            <a:ext cx="12296139" cy="9638664"/>
          </a:xfrm>
          <a:prstGeom prst="rect">
            <a:avLst/>
          </a:prstGeom>
          <a:noFill/>
        </p:spPr>
        <p:txBody>
          <a:bodyPr wrap="square">
            <a:spAutoFit/>
          </a:bodyPr>
          <a:lstStyle/>
          <a:p>
            <a:pPr indent="-457200">
              <a:lnSpc>
                <a:spcPct val="200000"/>
              </a:lnSpc>
            </a:pPr>
            <a:r>
              <a:rPr lang="en-US" sz="1200" b="0" i="0">
                <a:solidFill>
                  <a:srgbClr val="222222"/>
                </a:solidFill>
                <a:effectLst/>
                <a:latin typeface="Times New Roman" panose="02020603050405020304" pitchFamily="18" charset="0"/>
                <a:cs typeface="Times New Roman" panose="02020603050405020304" pitchFamily="18" charset="0"/>
              </a:rPr>
              <a:t>	</a:t>
            </a:r>
            <a:r>
              <a:rPr lang="nl" sz="1200">
                <a:latin typeface="Times New Roman" panose="02020603050405020304" pitchFamily="18" charset="0"/>
                <a:cs typeface="Times New Roman" panose="02020603050405020304" pitchFamily="18" charset="0"/>
              </a:rPr>
              <a:t>Charles R. Harris, K. Jarrod Millman, Stéfan J. van der Walt, Ralf Gommers, Pauli Virtanen, David Cournapeau, Eric Wieser, Julian Taylor, Sebastian Berg, Nathaniel J. Smith, Robert Kern, Matti Picus, Stephan Hoyer, Marten H. van Kerkwĳk, Matthew Brett, Allan Haldane, Jaime Fernández del Río, Mark Wiebe, Pearu Peterson, Pierre Gerard-Marchant, Kevin Sheppard, Tyler Reddy, Warren Weckesser, Hameer Abbasi, Christoph Gohlke, &amp; Travis E. Oliphant (2020). Array programming with NumPy</a:t>
            </a:r>
            <a:r>
              <a:rPr lang="nl" sz="1200" i="1">
                <a:latin typeface="Times New Roman" panose="02020603050405020304" pitchFamily="18" charset="0"/>
                <a:cs typeface="Times New Roman" panose="02020603050405020304" pitchFamily="18" charset="0"/>
              </a:rPr>
              <a:t>. Nature, 585(7825), 357–362.</a:t>
            </a:r>
          </a:p>
          <a:p>
            <a:pPr indent="-457200">
              <a:lnSpc>
                <a:spcPct val="200000"/>
              </a:lnSpc>
            </a:pPr>
            <a:r>
              <a:rPr lang="en-US" sz="1200">
                <a:latin typeface="Times New Roman" panose="02020603050405020304" pitchFamily="18" charset="0"/>
                <a:cs typeface="Times New Roman" panose="02020603050405020304" pitchFamily="18" charset="0"/>
              </a:rPr>
              <a:t>	Harwood, W. (2021, February 19). </a:t>
            </a:r>
            <a:r>
              <a:rPr lang="en-US" sz="1200" i="1">
                <a:latin typeface="Times New Roman" panose="02020603050405020304" pitchFamily="18" charset="0"/>
                <a:cs typeface="Times New Roman" panose="02020603050405020304" pitchFamily="18" charset="0"/>
              </a:rPr>
              <a:t>Mars landing: NASA celebrates as Perseverance rover lands successfully - CBS News</a:t>
            </a:r>
            <a:r>
              <a:rPr lang="en-US" sz="1200">
                <a:latin typeface="Times New Roman" panose="02020603050405020304" pitchFamily="18" charset="0"/>
                <a:cs typeface="Times New Roman" panose="02020603050405020304" pitchFamily="18" charset="0"/>
              </a:rPr>
              <a:t>. https://www.cbsnews.com/news/mars-landing-nasa-perseverance-rover-touchdown/</a:t>
            </a:r>
          </a:p>
          <a:p>
            <a:pPr indent="-457200">
              <a:lnSpc>
                <a:spcPct val="200000"/>
              </a:lnSpc>
            </a:pPr>
            <a:r>
              <a:rPr lang="en-US" sz="1200">
                <a:solidFill>
                  <a:srgbClr val="222222"/>
                </a:solidFill>
                <a:latin typeface="Times New Roman" panose="02020603050405020304" pitchFamily="18" charset="0"/>
                <a:cs typeface="Times New Roman" panose="02020603050405020304" pitchFamily="18" charset="0"/>
              </a:rPr>
              <a:t>	Hunter, J. D. (2007). Matplotlib: A 2d graphics environment. </a:t>
            </a:r>
            <a:r>
              <a:rPr lang="en-US" sz="1200" i="1">
                <a:solidFill>
                  <a:srgbClr val="222222"/>
                </a:solidFill>
                <a:latin typeface="Times New Roman" panose="02020603050405020304" pitchFamily="18" charset="0"/>
                <a:cs typeface="Times New Roman" panose="02020603050405020304" pitchFamily="18" charset="0"/>
              </a:rPr>
              <a:t>Computing in Science &amp; Engineering</a:t>
            </a:r>
            <a:r>
              <a:rPr lang="en-US" sz="1200">
                <a:solidFill>
                  <a:srgbClr val="222222"/>
                </a:solidFill>
                <a:latin typeface="Times New Roman" panose="02020603050405020304" pitchFamily="18" charset="0"/>
                <a:cs typeface="Times New Roman" panose="02020603050405020304" pitchFamily="18" charset="0"/>
              </a:rPr>
              <a:t>, </a:t>
            </a:r>
            <a:r>
              <a:rPr lang="en-US" sz="1200" i="1">
                <a:solidFill>
                  <a:srgbClr val="222222"/>
                </a:solidFill>
                <a:latin typeface="Times New Roman" panose="02020603050405020304" pitchFamily="18" charset="0"/>
                <a:cs typeface="Times New Roman" panose="02020603050405020304" pitchFamily="18" charset="0"/>
              </a:rPr>
              <a:t>9</a:t>
            </a:r>
            <a:r>
              <a:rPr lang="en-US" sz="1200">
                <a:solidFill>
                  <a:srgbClr val="222222"/>
                </a:solidFill>
                <a:latin typeface="Times New Roman" panose="02020603050405020304" pitchFamily="18" charset="0"/>
                <a:cs typeface="Times New Roman" panose="02020603050405020304" pitchFamily="18" charset="0"/>
              </a:rPr>
              <a:t>(3), 90–95. https://doi.org/10.1109/MCSE.2007.55</a:t>
            </a:r>
          </a:p>
          <a:p>
            <a:pPr indent="-457200">
              <a:lnSpc>
                <a:spcPct val="200000"/>
              </a:lnSpc>
            </a:pPr>
            <a:r>
              <a:rPr lang="en-US" sz="1200">
                <a:latin typeface="Times New Roman" panose="02020603050405020304" pitchFamily="18" charset="0"/>
                <a:cs typeface="Times New Roman" panose="02020603050405020304" pitchFamily="18" charset="0"/>
              </a:rPr>
              <a:t>Mars climate database v6. 1: The web interface. (n.d.). Retrieved September 6, 2025, from https://www-mars.lmd.jussieu.fr/mcd_python/</a:t>
            </a:r>
          </a:p>
          <a:p>
            <a:pPr indent="-457200">
              <a:lnSpc>
                <a:spcPct val="200000"/>
              </a:lnSpc>
            </a:pPr>
            <a:r>
              <a:rPr lang="en-US" sz="1200">
                <a:latin typeface="Times New Roman" panose="02020603050405020304" pitchFamily="18" charset="0"/>
                <a:cs typeface="Times New Roman" panose="02020603050405020304" pitchFamily="18" charset="0"/>
              </a:rPr>
              <a:t>	Justh , H. L., Cianciolo, A. M. D., &amp; Hoffman, J. (2021). Mars Global Reference Atmospheric Model  (Mars-GRAM): User Guide . National Aeronautical and Space Administration. https://ntrs.nasa.gov/api/citations/20210023957/downloads/Mars-GRAM%20User%20Guide.pdf</a:t>
            </a:r>
          </a:p>
          <a:p>
            <a:pPr indent="-457200">
              <a:lnSpc>
                <a:spcPct val="200000"/>
              </a:lnSpc>
            </a:pPr>
            <a:r>
              <a:rPr lang="en-US" sz="1200">
                <a:latin typeface="Times New Roman" panose="02020603050405020304" pitchFamily="18" charset="0"/>
                <a:cs typeface="Times New Roman" panose="02020603050405020304" pitchFamily="18" charset="0"/>
              </a:rPr>
              <a:t>	Karlgaard, C. D., Schoenenberger, M., Dutta, S., &amp; Way, D. W. (2021). Mars Entry, Descent, and Landing Instrumentation 2 Trajectory, Aerodynamics, and Atmosphere Reconstruction. NASA Technical Reports Server. https://ntrs.nasa.gov/api/citations/20210024320/downloads/MEADSreconstruction.pdf </a:t>
            </a:r>
          </a:p>
          <a:p>
            <a:pPr indent="-457200">
              <a:lnSpc>
                <a:spcPct val="200000"/>
              </a:lnSpc>
            </a:pPr>
            <a:r>
              <a:rPr lang="en-US" sz="1200">
                <a:latin typeface="Times New Roman" panose="02020603050405020304" pitchFamily="18" charset="0"/>
                <a:cs typeface="Times New Roman" panose="02020603050405020304" pitchFamily="18" charset="0"/>
              </a:rPr>
              <a:t>	Lee, Y., Lee, D. Y., &amp; Wie, B. (2024). A comparative study of entry guidance for Mars robotic and human landing missions. </a:t>
            </a:r>
            <a:r>
              <a:rPr lang="en-US" sz="1200" i="1">
                <a:latin typeface="Times New Roman" panose="02020603050405020304" pitchFamily="18" charset="0"/>
                <a:cs typeface="Times New Roman" panose="02020603050405020304" pitchFamily="18" charset="0"/>
              </a:rPr>
              <a:t>Acta </a:t>
            </a:r>
            <a:r>
              <a:rPr lang="en-US" sz="1200" i="1" err="1">
                <a:latin typeface="Times New Roman" panose="02020603050405020304" pitchFamily="18" charset="0"/>
                <a:cs typeface="Times New Roman" panose="02020603050405020304" pitchFamily="18" charset="0"/>
              </a:rPr>
              <a:t>Astronautica</a:t>
            </a:r>
            <a:r>
              <a:rPr lang="en-US" sz="1200">
                <a:latin typeface="Times New Roman" panose="02020603050405020304" pitchFamily="18" charset="0"/>
                <a:cs typeface="Times New Roman" panose="02020603050405020304" pitchFamily="18" charset="0"/>
              </a:rPr>
              <a:t>, </a:t>
            </a:r>
            <a:r>
              <a:rPr lang="en-US" sz="1200" i="1">
                <a:latin typeface="Times New Roman" panose="02020603050405020304" pitchFamily="18" charset="0"/>
                <a:cs typeface="Times New Roman" panose="02020603050405020304" pitchFamily="18" charset="0"/>
              </a:rPr>
              <a:t>215</a:t>
            </a:r>
            <a:r>
              <a:rPr lang="en-US" sz="1200">
                <a:latin typeface="Times New Roman" panose="02020603050405020304" pitchFamily="18" charset="0"/>
                <a:cs typeface="Times New Roman" panose="02020603050405020304" pitchFamily="18" charset="0"/>
              </a:rPr>
              <a:t>, 178–193. https://doi.org/10.1016/j.actaastro.2023.11.045</a:t>
            </a:r>
          </a:p>
          <a:p>
            <a:pPr indent="-457200">
              <a:lnSpc>
                <a:spcPct val="200000"/>
              </a:lnSpc>
            </a:pPr>
            <a:r>
              <a:rPr lang="en-US" sz="1200">
                <a:latin typeface="Times New Roman" panose="02020603050405020304" pitchFamily="18" charset="0"/>
                <a:cs typeface="Times New Roman" panose="02020603050405020304" pitchFamily="18" charset="0"/>
              </a:rPr>
              <a:t>	Lyne, J. E. (1993). Effect of parking orbit period on aerocapture for manned Mars missions. </a:t>
            </a:r>
            <a:r>
              <a:rPr lang="en-US" sz="1200" i="1">
                <a:latin typeface="Times New Roman" panose="02020603050405020304" pitchFamily="18" charset="0"/>
                <a:cs typeface="Times New Roman" panose="02020603050405020304" pitchFamily="18" charset="0"/>
              </a:rPr>
              <a:t>Journal of Spacecraft and Rockets</a:t>
            </a:r>
            <a:r>
              <a:rPr lang="en-US" sz="1200">
                <a:latin typeface="Times New Roman" panose="02020603050405020304" pitchFamily="18" charset="0"/>
                <a:cs typeface="Times New Roman" panose="02020603050405020304" pitchFamily="18" charset="0"/>
              </a:rPr>
              <a:t>, </a:t>
            </a:r>
            <a:r>
              <a:rPr lang="en-US" sz="1200" i="1">
                <a:latin typeface="Times New Roman" panose="02020603050405020304" pitchFamily="18" charset="0"/>
                <a:cs typeface="Times New Roman" panose="02020603050405020304" pitchFamily="18" charset="0"/>
              </a:rPr>
              <a:t>30</a:t>
            </a:r>
            <a:r>
              <a:rPr lang="en-US" sz="1200">
                <a:latin typeface="Times New Roman" panose="02020603050405020304" pitchFamily="18" charset="0"/>
                <a:cs typeface="Times New Roman" panose="02020603050405020304" pitchFamily="18" charset="0"/>
              </a:rPr>
              <a:t>(4), 484–487. https://doi.org/10.2514/3.25554</a:t>
            </a:r>
          </a:p>
          <a:p>
            <a:pPr indent="-457200">
              <a:lnSpc>
                <a:spcPct val="200000"/>
              </a:lnSpc>
            </a:pPr>
            <a:r>
              <a:rPr lang="en-US" sz="1200">
                <a:latin typeface="Times New Roman" panose="02020603050405020304" pitchFamily="18" charset="0"/>
                <a:cs typeface="Times New Roman" panose="02020603050405020304" pitchFamily="18" charset="0"/>
              </a:rPr>
              <a:t>	Mars global reference atmospheric model 2010 (Mars GRAM 2010)(MFS-33158-1) | </a:t>
            </a:r>
            <a:r>
              <a:rPr lang="en-US" sz="1200" err="1">
                <a:latin typeface="Times New Roman" panose="02020603050405020304" pitchFamily="18" charset="0"/>
                <a:cs typeface="Times New Roman" panose="02020603050405020304" pitchFamily="18" charset="0"/>
              </a:rPr>
              <a:t>nasa</a:t>
            </a:r>
            <a:r>
              <a:rPr lang="en-US" sz="1200">
                <a:latin typeface="Times New Roman" panose="02020603050405020304" pitchFamily="18" charset="0"/>
                <a:cs typeface="Times New Roman" panose="02020603050405020304" pitchFamily="18" charset="0"/>
              </a:rPr>
              <a:t> software catalog. (n.d.). Retrieved September 6, 2025, from https://software.nasa.gov/software/MFS-33158-1</a:t>
            </a:r>
          </a:p>
          <a:p>
            <a:pPr indent="-457200">
              <a:lnSpc>
                <a:spcPct val="200000"/>
              </a:lnSpc>
            </a:pPr>
            <a:r>
              <a:rPr lang="en-US" sz="1200">
                <a:latin typeface="Times New Roman" panose="02020603050405020304" pitchFamily="18" charset="0"/>
                <a:cs typeface="Times New Roman" panose="02020603050405020304" pitchFamily="18" charset="0"/>
              </a:rPr>
              <a:t>	</a:t>
            </a:r>
            <a:r>
              <a:rPr lang="fr-FR" sz="1200" err="1">
                <a:latin typeface="Times New Roman" panose="02020603050405020304" pitchFamily="18" charset="0"/>
                <a:cs typeface="Times New Roman" panose="02020603050405020304" pitchFamily="18" charset="0"/>
              </a:rPr>
              <a:t>OpenAI</a:t>
            </a:r>
            <a:r>
              <a:rPr lang="fr-FR" sz="1200">
                <a:latin typeface="Times New Roman" panose="02020603050405020304" pitchFamily="18" charset="0"/>
                <a:cs typeface="Times New Roman" panose="02020603050405020304" pitchFamily="18" charset="0"/>
              </a:rPr>
              <a:t>. (2025). </a:t>
            </a:r>
            <a:r>
              <a:rPr lang="fr-FR" sz="1200" err="1">
                <a:latin typeface="Times New Roman" panose="02020603050405020304" pitchFamily="18" charset="0"/>
                <a:cs typeface="Times New Roman" panose="02020603050405020304" pitchFamily="18" charset="0"/>
              </a:rPr>
              <a:t>ChatGPT</a:t>
            </a:r>
            <a:r>
              <a:rPr lang="fr-FR" sz="1200">
                <a:latin typeface="Times New Roman" panose="02020603050405020304" pitchFamily="18" charset="0"/>
                <a:cs typeface="Times New Roman" panose="02020603050405020304" pitchFamily="18" charset="0"/>
              </a:rPr>
              <a:t> (Mar 14 version) [Large </a:t>
            </a:r>
            <a:r>
              <a:rPr lang="fr-FR" sz="1200" err="1">
                <a:latin typeface="Times New Roman" panose="02020603050405020304" pitchFamily="18" charset="0"/>
                <a:cs typeface="Times New Roman" panose="02020603050405020304" pitchFamily="18" charset="0"/>
              </a:rPr>
              <a:t>language</a:t>
            </a:r>
            <a:r>
              <a:rPr lang="fr-FR" sz="1200">
                <a:latin typeface="Times New Roman" panose="02020603050405020304" pitchFamily="18" charset="0"/>
                <a:cs typeface="Times New Roman" panose="02020603050405020304" pitchFamily="18" charset="0"/>
              </a:rPr>
              <a:t> model]. https://chat.openai.com/chat. </a:t>
            </a:r>
            <a:r>
              <a:rPr lang="fr-FR" sz="1200" err="1">
                <a:latin typeface="Times New Roman" panose="02020603050405020304" pitchFamily="18" charset="0"/>
                <a:cs typeface="Times New Roman" panose="02020603050405020304" pitchFamily="18" charset="0"/>
              </a:rPr>
              <a:t>Used</a:t>
            </a:r>
            <a:r>
              <a:rPr lang="fr-FR" sz="1200">
                <a:latin typeface="Times New Roman" panose="02020603050405020304" pitchFamily="18" charset="0"/>
                <a:cs typeface="Times New Roman" panose="02020603050405020304" pitchFamily="18" charset="0"/>
              </a:rPr>
              <a:t> </a:t>
            </a:r>
            <a:r>
              <a:rPr lang="fr-FR" sz="1200" err="1">
                <a:latin typeface="Times New Roman" panose="02020603050405020304" pitchFamily="18" charset="0"/>
                <a:cs typeface="Times New Roman" panose="02020603050405020304" pitchFamily="18" charset="0"/>
              </a:rPr>
              <a:t>primarily</a:t>
            </a:r>
            <a:r>
              <a:rPr lang="fr-FR" sz="1200">
                <a:latin typeface="Times New Roman" panose="02020603050405020304" pitchFamily="18" charset="0"/>
                <a:cs typeface="Times New Roman" panose="02020603050405020304" pitchFamily="18" charset="0"/>
              </a:rPr>
              <a:t> for </a:t>
            </a:r>
            <a:r>
              <a:rPr lang="fr-FR" sz="1200" err="1">
                <a:latin typeface="Times New Roman" panose="02020603050405020304" pitchFamily="18" charset="0"/>
                <a:cs typeface="Times New Roman" panose="02020603050405020304" pitchFamily="18" charset="0"/>
              </a:rPr>
              <a:t>understanding</a:t>
            </a:r>
            <a:r>
              <a:rPr lang="fr-FR" sz="1200">
                <a:latin typeface="Times New Roman" panose="02020603050405020304" pitchFamily="18" charset="0"/>
                <a:cs typeface="Times New Roman" panose="02020603050405020304" pitchFamily="18" charset="0"/>
              </a:rPr>
              <a:t> concepts and </a:t>
            </a:r>
            <a:r>
              <a:rPr lang="fr-FR" sz="1200" err="1">
                <a:latin typeface="Times New Roman" panose="02020603050405020304" pitchFamily="18" charset="0"/>
                <a:cs typeface="Times New Roman" panose="02020603050405020304" pitchFamily="18" charset="0"/>
              </a:rPr>
              <a:t>debugging</a:t>
            </a:r>
            <a:r>
              <a:rPr lang="fr-FR" sz="1200">
                <a:latin typeface="Times New Roman" panose="02020603050405020304" pitchFamily="18" charset="0"/>
                <a:cs typeface="Times New Roman" panose="02020603050405020304" pitchFamily="18" charset="0"/>
              </a:rPr>
              <a:t>.</a:t>
            </a:r>
          </a:p>
          <a:p>
            <a:pPr indent="-457200">
              <a:lnSpc>
                <a:spcPct val="200000"/>
              </a:lnSpc>
            </a:pPr>
            <a:r>
              <a:rPr lang="en-US" sz="1200">
                <a:latin typeface="Times New Roman" panose="02020603050405020304" pitchFamily="18" charset="0"/>
                <a:cs typeface="Times New Roman" panose="02020603050405020304" pitchFamily="18" charset="0"/>
              </a:rPr>
              <a:t>	Pandas Development Team. (2025). </a:t>
            </a:r>
            <a:r>
              <a:rPr lang="en-US" sz="1200" i="1">
                <a:latin typeface="Times New Roman" panose="02020603050405020304" pitchFamily="18" charset="0"/>
                <a:cs typeface="Times New Roman" panose="02020603050405020304" pitchFamily="18" charset="0"/>
              </a:rPr>
              <a:t>Pandas-dev/pandas: Pandas</a:t>
            </a:r>
            <a:r>
              <a:rPr lang="en-US" sz="1200">
                <a:latin typeface="Times New Roman" panose="02020603050405020304" pitchFamily="18" charset="0"/>
                <a:cs typeface="Times New Roman" panose="02020603050405020304" pitchFamily="18" charset="0"/>
              </a:rPr>
              <a:t> (Version v2.3.2) [Computer software]. </a:t>
            </a:r>
            <a:r>
              <a:rPr lang="en-US" sz="1200" err="1">
                <a:latin typeface="Times New Roman" panose="02020603050405020304" pitchFamily="18" charset="0"/>
                <a:cs typeface="Times New Roman" panose="02020603050405020304" pitchFamily="18" charset="0"/>
              </a:rPr>
              <a:t>Zenodo</a:t>
            </a:r>
            <a:r>
              <a:rPr lang="en-US" sz="1200">
                <a:latin typeface="Times New Roman" panose="02020603050405020304" pitchFamily="18" charset="0"/>
                <a:cs typeface="Times New Roman" panose="02020603050405020304" pitchFamily="18" charset="0"/>
              </a:rPr>
              <a:t>. https://doi.org/10.5281/zenodo.16918803</a:t>
            </a:r>
          </a:p>
          <a:p>
            <a:pPr indent="-457200">
              <a:lnSpc>
                <a:spcPct val="200000"/>
              </a:lnSpc>
            </a:pPr>
            <a:r>
              <a:rPr lang="en-US" sz="1200">
                <a:latin typeface="Times New Roman" panose="02020603050405020304" pitchFamily="18" charset="0"/>
                <a:cs typeface="Times New Roman" panose="02020603050405020304" pitchFamily="18" charset="0"/>
              </a:rPr>
              <a:t>	Pauli Virtanen, Ralf </a:t>
            </a:r>
            <a:r>
              <a:rPr lang="en-US" sz="1200" err="1">
                <a:latin typeface="Times New Roman" panose="02020603050405020304" pitchFamily="18" charset="0"/>
                <a:cs typeface="Times New Roman" panose="02020603050405020304" pitchFamily="18" charset="0"/>
              </a:rPr>
              <a:t>Gommers</a:t>
            </a:r>
            <a:r>
              <a:rPr lang="en-US" sz="1200">
                <a:latin typeface="Times New Roman" panose="02020603050405020304" pitchFamily="18" charset="0"/>
                <a:cs typeface="Times New Roman" panose="02020603050405020304" pitchFamily="18" charset="0"/>
              </a:rPr>
              <a:t>, Travis E. Oliphant, Matt Haberland, Tyler Reddy, David </a:t>
            </a:r>
            <a:r>
              <a:rPr lang="en-US" sz="1200" err="1">
                <a:latin typeface="Times New Roman" panose="02020603050405020304" pitchFamily="18" charset="0"/>
                <a:cs typeface="Times New Roman" panose="02020603050405020304" pitchFamily="18" charset="0"/>
              </a:rPr>
              <a:t>Cournapeau</a:t>
            </a:r>
            <a:r>
              <a:rPr lang="en-US" sz="1200">
                <a:latin typeface="Times New Roman" panose="02020603050405020304" pitchFamily="18" charset="0"/>
                <a:cs typeface="Times New Roman" panose="02020603050405020304" pitchFamily="18" charset="0"/>
              </a:rPr>
              <a:t>, Evgeni </a:t>
            </a:r>
            <a:r>
              <a:rPr lang="en-US" sz="1200" err="1">
                <a:latin typeface="Times New Roman" panose="02020603050405020304" pitchFamily="18" charset="0"/>
                <a:cs typeface="Times New Roman" panose="02020603050405020304" pitchFamily="18" charset="0"/>
              </a:rPr>
              <a:t>Burovski</a:t>
            </a:r>
            <a:r>
              <a:rPr lang="en-US" sz="1200">
                <a:latin typeface="Times New Roman" panose="02020603050405020304" pitchFamily="18" charset="0"/>
                <a:cs typeface="Times New Roman" panose="02020603050405020304" pitchFamily="18" charset="0"/>
              </a:rPr>
              <a:t>, </a:t>
            </a:r>
            <a:r>
              <a:rPr lang="en-US" sz="1200" err="1">
                <a:latin typeface="Times New Roman" panose="02020603050405020304" pitchFamily="18" charset="0"/>
                <a:cs typeface="Times New Roman" panose="02020603050405020304" pitchFamily="18" charset="0"/>
              </a:rPr>
              <a:t>Pearu</a:t>
            </a:r>
            <a:r>
              <a:rPr lang="en-US" sz="1200">
                <a:latin typeface="Times New Roman" panose="02020603050405020304" pitchFamily="18" charset="0"/>
                <a:cs typeface="Times New Roman" panose="02020603050405020304" pitchFamily="18" charset="0"/>
              </a:rPr>
              <a:t> Peterson, Warren Weckesser, Jonathan Bright, </a:t>
            </a:r>
            <a:r>
              <a:rPr lang="en-US" sz="1200" err="1">
                <a:latin typeface="Times New Roman" panose="02020603050405020304" pitchFamily="18" charset="0"/>
                <a:cs typeface="Times New Roman" panose="02020603050405020304" pitchFamily="18" charset="0"/>
              </a:rPr>
              <a:t>Stéfan</a:t>
            </a:r>
            <a:r>
              <a:rPr lang="en-US" sz="1200">
                <a:latin typeface="Times New Roman" panose="02020603050405020304" pitchFamily="18" charset="0"/>
                <a:cs typeface="Times New Roman" panose="02020603050405020304" pitchFamily="18" charset="0"/>
              </a:rPr>
              <a:t> J. van der Walt, Matthew Brett, Joshua Wilson, K. Jarrod Millman, Nikolay Mayorov, Andrew R. J. Nelson, Eric Jones, Robert Kern, Eric Larson, CJ Carey, İlhan Polat, Yu Feng, Eric W. Moore, Jake VanderPlas, Denis </a:t>
            </a:r>
            <a:r>
              <a:rPr lang="en-US" sz="1200" err="1">
                <a:latin typeface="Times New Roman" panose="02020603050405020304" pitchFamily="18" charset="0"/>
                <a:cs typeface="Times New Roman" panose="02020603050405020304" pitchFamily="18" charset="0"/>
              </a:rPr>
              <a:t>Laxalde</a:t>
            </a:r>
            <a:r>
              <a:rPr lang="en-US" sz="1200">
                <a:latin typeface="Times New Roman" panose="02020603050405020304" pitchFamily="18" charset="0"/>
                <a:cs typeface="Times New Roman" panose="02020603050405020304" pitchFamily="18" charset="0"/>
              </a:rPr>
              <a:t>, Josef </a:t>
            </a:r>
            <a:r>
              <a:rPr lang="en-US" sz="1200" err="1">
                <a:latin typeface="Times New Roman" panose="02020603050405020304" pitchFamily="18" charset="0"/>
                <a:cs typeface="Times New Roman" panose="02020603050405020304" pitchFamily="18" charset="0"/>
              </a:rPr>
              <a:t>Perktold</a:t>
            </a:r>
            <a:r>
              <a:rPr lang="en-US" sz="1200">
                <a:latin typeface="Times New Roman" panose="02020603050405020304" pitchFamily="18" charset="0"/>
                <a:cs typeface="Times New Roman" panose="02020603050405020304" pitchFamily="18" charset="0"/>
              </a:rPr>
              <a:t>, Robert </a:t>
            </a:r>
            <a:r>
              <a:rPr lang="en-US" sz="1200" err="1">
                <a:latin typeface="Times New Roman" panose="02020603050405020304" pitchFamily="18" charset="0"/>
                <a:cs typeface="Times New Roman" panose="02020603050405020304" pitchFamily="18" charset="0"/>
              </a:rPr>
              <a:t>Cimrman</a:t>
            </a:r>
            <a:r>
              <a:rPr lang="en-US" sz="1200">
                <a:latin typeface="Times New Roman" panose="02020603050405020304" pitchFamily="18" charset="0"/>
                <a:cs typeface="Times New Roman" panose="02020603050405020304" pitchFamily="18" charset="0"/>
              </a:rPr>
              <a:t>, Ian Henriksen, E.A. Quintero, Charles R Harris, Anne M. Archibald, Antônio H. Ribeiro, Fabian Pedregosa, Paul van </a:t>
            </a:r>
            <a:r>
              <a:rPr lang="en-US" sz="1200" err="1">
                <a:latin typeface="Times New Roman" panose="02020603050405020304" pitchFamily="18" charset="0"/>
                <a:cs typeface="Times New Roman" panose="02020603050405020304" pitchFamily="18" charset="0"/>
              </a:rPr>
              <a:t>Mulbregt</a:t>
            </a:r>
            <a:r>
              <a:rPr lang="en-US" sz="1200">
                <a:latin typeface="Times New Roman" panose="02020603050405020304" pitchFamily="18" charset="0"/>
                <a:cs typeface="Times New Roman" panose="02020603050405020304" pitchFamily="18" charset="0"/>
              </a:rPr>
              <a:t>, and SciPy 1.0 Contributors. (2020) SciPy 1.0: Fundamental Algorithms for Scientific Computing in Python. </a:t>
            </a:r>
            <a:r>
              <a:rPr lang="en-US" sz="1200" i="1">
                <a:latin typeface="Times New Roman" panose="02020603050405020304" pitchFamily="18" charset="0"/>
                <a:cs typeface="Times New Roman" panose="02020603050405020304" pitchFamily="18" charset="0"/>
              </a:rPr>
              <a:t>Nature Methods</a:t>
            </a:r>
            <a:r>
              <a:rPr lang="en-US" sz="1200">
                <a:latin typeface="Times New Roman" panose="02020603050405020304" pitchFamily="18" charset="0"/>
                <a:cs typeface="Times New Roman" panose="02020603050405020304" pitchFamily="18" charset="0"/>
              </a:rPr>
              <a:t>, 17(3), 261-272. DOI: 10.1038/s41592-019-0686-2.</a:t>
            </a:r>
          </a:p>
          <a:p>
            <a:pPr indent="-457200">
              <a:lnSpc>
                <a:spcPct val="200000"/>
              </a:lnSpc>
            </a:pPr>
            <a:r>
              <a:rPr lang="en-US" sz="1200">
                <a:latin typeface="Times New Roman" panose="02020603050405020304" pitchFamily="18" charset="0"/>
                <a:cs typeface="Times New Roman" panose="02020603050405020304" pitchFamily="18" charset="0"/>
              </a:rPr>
              <a:t>	Van Rossum, G., &amp; Drake, F. L. (2009). </a:t>
            </a:r>
            <a:r>
              <a:rPr lang="en-US" sz="1200" i="1">
                <a:latin typeface="Times New Roman" panose="02020603050405020304" pitchFamily="18" charset="0"/>
                <a:cs typeface="Times New Roman" panose="02020603050405020304" pitchFamily="18" charset="0"/>
              </a:rPr>
              <a:t>Python 3 Reference Manual</a:t>
            </a:r>
            <a:r>
              <a:rPr lang="en-US" sz="1200">
                <a:latin typeface="Times New Roman" panose="02020603050405020304" pitchFamily="18" charset="0"/>
                <a:cs typeface="Times New Roman" panose="02020603050405020304" pitchFamily="18" charset="0"/>
              </a:rPr>
              <a:t>. Scotts Valley, CA: CreateSpace</a:t>
            </a:r>
          </a:p>
          <a:p>
            <a:pPr indent="-457200">
              <a:lnSpc>
                <a:spcPct val="200000"/>
              </a:lnSpc>
            </a:pPr>
            <a:r>
              <a:rPr lang="en-US" sz="1200">
                <a:latin typeface="Times New Roman" panose="02020603050405020304" pitchFamily="18" charset="0"/>
                <a:cs typeface="Times New Roman" panose="02020603050405020304" pitchFamily="18" charset="0"/>
              </a:rPr>
              <a:t>	VisCircuit. (2024, May 31). Euler vs Runge-</a:t>
            </a:r>
            <a:r>
              <a:rPr lang="en-US" sz="1200" err="1">
                <a:latin typeface="Times New Roman" panose="02020603050405020304" pitchFamily="18" charset="0"/>
                <a:cs typeface="Times New Roman" panose="02020603050405020304" pitchFamily="18" charset="0"/>
              </a:rPr>
              <a:t>Kutta</a:t>
            </a:r>
            <a:r>
              <a:rPr lang="en-US" sz="1200">
                <a:latin typeface="Times New Roman" panose="02020603050405020304" pitchFamily="18" charset="0"/>
                <a:cs typeface="Times New Roman" panose="02020603050405020304" pitchFamily="18" charset="0"/>
              </a:rPr>
              <a:t> methods. Medium. https://medium.com/@viscircuit/euler-vs-runge-kutta-methods-de34565bf0cf</a:t>
            </a:r>
          </a:p>
          <a:p>
            <a:pPr indent="-457200">
              <a:lnSpc>
                <a:spcPct val="200000"/>
              </a:lnSpc>
            </a:pPr>
            <a:r>
              <a:rPr lang="en-US" sz="1200">
                <a:latin typeface="Times New Roman" panose="02020603050405020304" pitchFamily="18" charset="0"/>
                <a:cs typeface="Times New Roman" panose="02020603050405020304" pitchFamily="18" charset="0"/>
              </a:rPr>
              <a:t>Way, D. W., Davis, J. L., &amp; </a:t>
            </a:r>
            <a:r>
              <a:rPr lang="en-US" sz="1200" err="1">
                <a:latin typeface="Times New Roman" panose="02020603050405020304" pitchFamily="18" charset="0"/>
                <a:cs typeface="Times New Roman" panose="02020603050405020304" pitchFamily="18" charset="0"/>
              </a:rPr>
              <a:t>Shidner</a:t>
            </a:r>
            <a:r>
              <a:rPr lang="en-US" sz="1200">
                <a:latin typeface="Times New Roman" panose="02020603050405020304" pitchFamily="18" charset="0"/>
                <a:cs typeface="Times New Roman" panose="02020603050405020304" pitchFamily="18" charset="0"/>
              </a:rPr>
              <a:t>, J. D. (2013). Assessment of the Mars Science Laboratory Entry, Descent, and Landing simulation (NASA/TP-2013-216680). NASA Langley Research Center. </a:t>
            </a:r>
          </a:p>
        </p:txBody>
      </p:sp>
      <p:sp>
        <p:nvSpPr>
          <p:cNvPr id="3" name="AutoShape 4">
            <a:extLst>
              <a:ext uri="{FF2B5EF4-FFF2-40B4-BE49-F238E27FC236}">
                <a16:creationId xmlns:a16="http://schemas.microsoft.com/office/drawing/2014/main" id="{4FCFA688-0545-1E18-190F-6C4BE8E91E0B}"/>
              </a:ext>
            </a:extLst>
          </p:cNvPr>
          <p:cNvSpPr>
            <a:spLocks noChangeAspect="1" noChangeArrowheads="1"/>
          </p:cNvSpPr>
          <p:nvPr/>
        </p:nvSpPr>
        <p:spPr bwMode="auto">
          <a:xfrm flipH="1">
            <a:off x="10363200" y="13763927"/>
            <a:ext cx="4943475" cy="300959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descr="A graph with different colored lines&#10;&#10;AI-generated content may be incorrect.">
            <a:extLst>
              <a:ext uri="{FF2B5EF4-FFF2-40B4-BE49-F238E27FC236}">
                <a16:creationId xmlns:a16="http://schemas.microsoft.com/office/drawing/2014/main" id="{EF8AE356-C055-816C-105E-AD20E6390CF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22305" y="20053334"/>
            <a:ext cx="5821197" cy="4027621"/>
          </a:xfrm>
          <a:prstGeom prst="rect">
            <a:avLst/>
          </a:prstGeom>
        </p:spPr>
      </p:pic>
      <p:sp>
        <p:nvSpPr>
          <p:cNvPr id="17" name="TextBox 16">
            <a:extLst>
              <a:ext uri="{FF2B5EF4-FFF2-40B4-BE49-F238E27FC236}">
                <a16:creationId xmlns:a16="http://schemas.microsoft.com/office/drawing/2014/main" id="{A18F0C7B-FC7D-DBD5-CC56-3067705126A5}"/>
              </a:ext>
            </a:extLst>
          </p:cNvPr>
          <p:cNvSpPr txBox="1"/>
          <p:nvPr/>
        </p:nvSpPr>
        <p:spPr>
          <a:xfrm>
            <a:off x="6867117" y="23964234"/>
            <a:ext cx="5623674" cy="453616"/>
          </a:xfrm>
          <a:prstGeom prst="rect">
            <a:avLst/>
          </a:prstGeom>
          <a:noFill/>
        </p:spPr>
        <p:txBody>
          <a:bodyPr wrap="square" rtlCol="0">
            <a:spAutoFit/>
          </a:bodyPr>
          <a:lstStyle/>
          <a:p>
            <a:r>
              <a:rPr lang="en-US" sz="1400" i="1"/>
              <a:t>Note. </a:t>
            </a:r>
            <a:r>
              <a:rPr lang="en-US" sz="1400"/>
              <a:t>Comparative Analysis of Euler and Runge-Kutta propagation methods. Initially published by </a:t>
            </a:r>
            <a:r>
              <a:rPr lang="en-US" sz="1400" i="1"/>
              <a:t>VisCircuit</a:t>
            </a:r>
            <a:r>
              <a:rPr lang="en-US" sz="1400"/>
              <a:t> on the </a:t>
            </a:r>
            <a:r>
              <a:rPr lang="en-US" sz="1400" i="1"/>
              <a:t>Medium</a:t>
            </a:r>
            <a:r>
              <a:rPr lang="en-US" sz="1400"/>
              <a:t> on May 31</a:t>
            </a:r>
            <a:r>
              <a:rPr lang="en-US" sz="1400" baseline="30000"/>
              <a:t>st</a:t>
            </a:r>
            <a:r>
              <a:rPr lang="en-US" sz="1400"/>
              <a:t>, 2024.</a:t>
            </a:r>
            <a:endParaRPr lang="en-US" sz="1400" i="1"/>
          </a:p>
        </p:txBody>
      </p:sp>
      <p:grpSp>
        <p:nvGrpSpPr>
          <p:cNvPr id="87" name="Group 86">
            <a:extLst>
              <a:ext uri="{FF2B5EF4-FFF2-40B4-BE49-F238E27FC236}">
                <a16:creationId xmlns:a16="http://schemas.microsoft.com/office/drawing/2014/main" id="{02D625B8-AECC-E841-44E3-E5CA278C4528}"/>
              </a:ext>
            </a:extLst>
          </p:cNvPr>
          <p:cNvGrpSpPr/>
          <p:nvPr/>
        </p:nvGrpSpPr>
        <p:grpSpPr>
          <a:xfrm>
            <a:off x="16493742" y="13698453"/>
            <a:ext cx="9055649" cy="6099927"/>
            <a:chOff x="12974563" y="13698450"/>
            <a:chExt cx="12640288" cy="10996444"/>
          </a:xfrm>
        </p:grpSpPr>
        <p:pic>
          <p:nvPicPr>
            <p:cNvPr id="22" name="Picture 21" descr="A graph with blue lines&#10;&#10;AI-generated content may be incorrect.">
              <a:extLst>
                <a:ext uri="{FF2B5EF4-FFF2-40B4-BE49-F238E27FC236}">
                  <a16:creationId xmlns:a16="http://schemas.microsoft.com/office/drawing/2014/main" id="{E3D72685-88C1-6B48-0C79-E068BA31266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974563" y="13698450"/>
              <a:ext cx="12409459" cy="5485637"/>
            </a:xfrm>
            <a:prstGeom prst="rect">
              <a:avLst/>
            </a:prstGeom>
          </p:spPr>
        </p:pic>
        <p:sp>
          <p:nvSpPr>
            <p:cNvPr id="76" name="TextBox 75">
              <a:extLst>
                <a:ext uri="{FF2B5EF4-FFF2-40B4-BE49-F238E27FC236}">
                  <a16:creationId xmlns:a16="http://schemas.microsoft.com/office/drawing/2014/main" id="{4B6071A3-DF17-3643-93C4-05CBA1D09886}"/>
                </a:ext>
              </a:extLst>
            </p:cNvPr>
            <p:cNvSpPr txBox="1"/>
            <p:nvPr/>
          </p:nvSpPr>
          <p:spPr>
            <a:xfrm>
              <a:off x="14103583" y="19050750"/>
              <a:ext cx="10982075" cy="307776"/>
            </a:xfrm>
            <a:prstGeom prst="rect">
              <a:avLst/>
            </a:prstGeom>
            <a:noFill/>
          </p:spPr>
          <p:txBody>
            <a:bodyPr wrap="square" rtlCol="0">
              <a:spAutoFit/>
            </a:bodyPr>
            <a:lstStyle/>
            <a:p>
              <a:r>
                <a:rPr lang="en-US" sz="1400" i="1"/>
                <a:t>Note. </a:t>
              </a:r>
              <a:r>
                <a:rPr lang="en-US" sz="1400"/>
                <a:t>Diagram highlighting the altitude of spacecraft above surface, given time in minutes. Each parabolic motion represents one pass around Mars.</a:t>
              </a:r>
              <a:endParaRPr lang="en-US" sz="1400" i="1"/>
            </a:p>
          </p:txBody>
        </p:sp>
        <mc:AlternateContent xmlns:mc="http://schemas.openxmlformats.org/markup-compatibility/2006">
          <mc:Choice xmlns:a14="http://schemas.microsoft.com/office/drawing/2010/main" Requires="a14">
            <p:sp>
              <p:nvSpPr>
                <p:cNvPr id="91" name="TextBox 90">
                  <a:extLst>
                    <a:ext uri="{FF2B5EF4-FFF2-40B4-BE49-F238E27FC236}">
                      <a16:creationId xmlns:a16="http://schemas.microsoft.com/office/drawing/2014/main" id="{7CB0246C-9B60-FAF9-5FC5-19CA59DE2C12}"/>
                    </a:ext>
                  </a:extLst>
                </p:cNvPr>
                <p:cNvSpPr txBox="1"/>
                <p:nvPr/>
              </p:nvSpPr>
              <p:spPr>
                <a:xfrm>
                  <a:off x="22079756" y="20162477"/>
                  <a:ext cx="3535095" cy="4532417"/>
                </a:xfrm>
                <a:prstGeom prst="rect">
                  <a:avLst/>
                </a:prstGeom>
                <a:noFill/>
              </p:spPr>
              <p:txBody>
                <a:bodyPr wrap="square" rtlCol="0">
                  <a:spAutoFit/>
                </a:bodyPr>
                <a:lstStyle/>
                <a:p>
                  <a:r>
                    <a:rPr lang="en-US" sz="1400" i="1"/>
                    <a:t>Note. </a:t>
                  </a:r>
                  <a:r>
                    <a:rPr lang="en-US" sz="1400"/>
                    <a:t>Regression model representing amount of time for descent (y axis) given amount of retrograde delta-v applied in each pass at the apoapsis (x axis).</a:t>
                  </a:r>
                </a:p>
                <a:p>
                  <a:endParaRPr lang="en-US" sz="1400" i="1"/>
                </a:p>
                <a:p>
                  <a:r>
                    <a:rPr lang="en-US" sz="1400"/>
                    <a:t>Equation for Regression line:</a:t>
                  </a:r>
                </a:p>
                <a:p>
                  <a:pP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𝑦</m:t>
                            </m:r>
                          </m:e>
                        </m:acc>
                        <m:r>
                          <a:rPr lang="en-US" sz="1400" b="0" i="1" smtClean="0">
                            <a:latin typeface="Cambria Math" panose="02040503050406030204" pitchFamily="18" charset="0"/>
                          </a:rPr>
                          <m:t>=1.4</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2</m:t>
                            </m:r>
                          </m:sup>
                        </m:sSup>
                        <m:r>
                          <a:rPr lang="en-US" sz="1400" b="0" i="1" smtClean="0">
                            <a:latin typeface="Cambria Math" panose="02040503050406030204" pitchFamily="18" charset="0"/>
                          </a:rPr>
                          <m:t>−127.3</m:t>
                        </m:r>
                        <m:r>
                          <a:rPr lang="en-US" sz="1400" b="0" i="1" smtClean="0">
                            <a:latin typeface="Cambria Math" panose="02040503050406030204" pitchFamily="18" charset="0"/>
                          </a:rPr>
                          <m:t>𝑥</m:t>
                        </m:r>
                        <m:r>
                          <a:rPr lang="en-US" sz="1400" b="0" i="1" smtClean="0">
                            <a:latin typeface="Cambria Math" panose="02040503050406030204" pitchFamily="18" charset="0"/>
                          </a:rPr>
                          <m:t>+90682.6</m:t>
                        </m:r>
                      </m:oMath>
                    </m:oMathPara>
                  </a14:m>
                  <a:endParaRPr lang="en-US" sz="1400" b="0"/>
                </a:p>
                <a:p>
                  <a:endParaRPr lang="en-US" sz="1400"/>
                </a:p>
                <a:p>
                  <a:r>
                    <a:rPr lang="en-US" sz="1400"/>
                    <a:t>Accuracy: </a:t>
                  </a:r>
                  <a14:m>
                    <m:oMath xmlns:m="http://schemas.openxmlformats.org/officeDocument/2006/math">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𝑟</m:t>
                          </m:r>
                        </m:e>
                        <m:sup>
                          <m:r>
                            <a:rPr lang="en-US" sz="1400" b="0" i="1" smtClean="0">
                              <a:latin typeface="Cambria Math" panose="02040503050406030204" pitchFamily="18" charset="0"/>
                            </a:rPr>
                            <m:t>2</m:t>
                          </m:r>
                        </m:sup>
                      </m:sSup>
                      <m:r>
                        <a:rPr lang="en-US" sz="1400" b="0" i="1" smtClean="0">
                          <a:latin typeface="Cambria Math" panose="02040503050406030204" pitchFamily="18" charset="0"/>
                        </a:rPr>
                        <m:t>=0.999</m:t>
                      </m:r>
                    </m:oMath>
                  </a14:m>
                  <a:endParaRPr lang="en-US" sz="1400"/>
                </a:p>
              </p:txBody>
            </p:sp>
          </mc:Choice>
          <mc:Fallback>
            <p:sp>
              <p:nvSpPr>
                <p:cNvPr id="91" name="TextBox 90">
                  <a:extLst>
                    <a:ext uri="{FF2B5EF4-FFF2-40B4-BE49-F238E27FC236}">
                      <a16:creationId xmlns:a16="http://schemas.microsoft.com/office/drawing/2014/main" id="{7CB0246C-9B60-FAF9-5FC5-19CA59DE2C12}"/>
                    </a:ext>
                  </a:extLst>
                </p:cNvPr>
                <p:cNvSpPr txBox="1">
                  <a:spLocks noRot="1" noChangeAspect="1" noMove="1" noResize="1" noEditPoints="1" noAdjustHandles="1" noChangeArrowheads="1" noChangeShapeType="1" noTextEdit="1"/>
                </p:cNvSpPr>
                <p:nvPr/>
              </p:nvSpPr>
              <p:spPr>
                <a:xfrm>
                  <a:off x="22079756" y="20162477"/>
                  <a:ext cx="3535095" cy="4532417"/>
                </a:xfrm>
                <a:prstGeom prst="rect">
                  <a:avLst/>
                </a:prstGeom>
                <a:blipFill>
                  <a:blip r:embed="rId9"/>
                  <a:stretch>
                    <a:fillRect l="-723" t="-242" r="-1687"/>
                  </a:stretch>
                </a:blipFill>
              </p:spPr>
              <p:txBody>
                <a:bodyPr/>
                <a:lstStyle/>
                <a:p>
                  <a:r>
                    <a:rPr lang="en-US">
                      <a:noFill/>
                    </a:rPr>
                    <a:t> </a:t>
                  </a:r>
                </a:p>
              </p:txBody>
            </p:sp>
          </mc:Fallback>
        </mc:AlternateContent>
      </p:grpSp>
      <p:sp>
        <p:nvSpPr>
          <p:cNvPr id="24" name="TextBox 23">
            <a:extLst>
              <a:ext uri="{FF2B5EF4-FFF2-40B4-BE49-F238E27FC236}">
                <a16:creationId xmlns:a16="http://schemas.microsoft.com/office/drawing/2014/main" id="{CC5E64F5-48B7-0CD1-8BB0-020D41FFAF33}"/>
              </a:ext>
            </a:extLst>
          </p:cNvPr>
          <p:cNvSpPr txBox="1"/>
          <p:nvPr/>
        </p:nvSpPr>
        <p:spPr>
          <a:xfrm>
            <a:off x="392450" y="3822382"/>
            <a:ext cx="12321791" cy="10479792"/>
          </a:xfrm>
          <a:prstGeom prst="rect">
            <a:avLst/>
          </a:prstGeom>
          <a:noFill/>
        </p:spPr>
        <p:txBody>
          <a:bodyPr wrap="square" rtlCol="0">
            <a:spAutoFit/>
          </a:bodyPr>
          <a:lstStyle/>
          <a:p>
            <a:r>
              <a:rPr lang="en-US" sz="2500">
                <a:latin typeface="Times New Roman" panose="02020603050405020304" pitchFamily="18" charset="0"/>
                <a:ea typeface="Tahoma" panose="020B0604030504040204" pitchFamily="34" charset="0"/>
                <a:cs typeface="Times New Roman" panose="02020603050405020304" pitchFamily="18" charset="0"/>
              </a:rPr>
              <a:t>Crewed Martian exploration has long remained an ambitious dream of mankind. However, many factors including vast distances, need for technological advancements, and challenges of long-duration space flight have hindered many efforts. </a:t>
            </a:r>
            <a:r>
              <a:rPr lang="en-US" sz="2500" b="1">
                <a:latin typeface="Times New Roman" panose="02020603050405020304" pitchFamily="18" charset="0"/>
                <a:ea typeface="Tahoma" panose="020B0604030504040204" pitchFamily="34" charset="0"/>
                <a:cs typeface="Times New Roman" panose="02020603050405020304" pitchFamily="18" charset="0"/>
              </a:rPr>
              <a:t>This research aims to relieve one of those issues by exploring how aerobraking can be used in conjunction to other methods for safer, quicker, and more efficient descent onto the Red Planet.</a:t>
            </a:r>
          </a:p>
          <a:p>
            <a:endParaRPr lang="en-US" sz="2500" b="1">
              <a:latin typeface="Times New Roman" panose="02020603050405020304" pitchFamily="18" charset="0"/>
              <a:ea typeface="Tahoma" panose="020B0604030504040204" pitchFamily="34" charset="0"/>
              <a:cs typeface="Times New Roman" panose="02020603050405020304" pitchFamily="18" charset="0"/>
            </a:endParaRPr>
          </a:p>
          <a:p>
            <a:r>
              <a:rPr lang="en-US" sz="2500">
                <a:latin typeface="Times New Roman" panose="02020603050405020304" pitchFamily="18" charset="0"/>
                <a:ea typeface="Tahoma" panose="020B0604030504040204" pitchFamily="34" charset="0"/>
                <a:cs typeface="Times New Roman" panose="02020603050405020304" pitchFamily="18" charset="0"/>
              </a:rPr>
              <a:t>Traditionally, spacecraft have relied on EDL (Entry, Descent, Land) procedures which involves hypersonic entry, aerodynamic braking during aerocapture, and supersonic retro propulsion for landing. This method is often more </a:t>
            </a:r>
            <a:r>
              <a:rPr lang="en-US" sz="2500" b="1">
                <a:latin typeface="Times New Roman" panose="02020603050405020304" pitchFamily="18" charset="0"/>
                <a:ea typeface="Tahoma" panose="020B0604030504040204" pitchFamily="34" charset="0"/>
                <a:cs typeface="Times New Roman" panose="02020603050405020304" pitchFamily="18" charset="0"/>
              </a:rPr>
              <a:t>extreme </a:t>
            </a:r>
            <a:r>
              <a:rPr lang="en-US" sz="2500">
                <a:latin typeface="Times New Roman" panose="02020603050405020304" pitchFamily="18" charset="0"/>
                <a:ea typeface="Tahoma" panose="020B0604030504040204" pitchFamily="34" charset="0"/>
                <a:cs typeface="Times New Roman" panose="02020603050405020304" pitchFamily="18" charset="0"/>
              </a:rPr>
              <a:t>and can lead to many problems such as unsustainable </a:t>
            </a:r>
            <a:r>
              <a:rPr lang="en-US" sz="2500" b="1">
                <a:latin typeface="Times New Roman" panose="02020603050405020304" pitchFamily="18" charset="0"/>
                <a:ea typeface="Tahoma" panose="020B0604030504040204" pitchFamily="34" charset="0"/>
                <a:cs typeface="Times New Roman" panose="02020603050405020304" pitchFamily="18" charset="0"/>
              </a:rPr>
              <a:t>g-loads </a:t>
            </a:r>
            <a:r>
              <a:rPr lang="en-US" sz="2500">
                <a:latin typeface="Times New Roman" panose="02020603050405020304" pitchFamily="18" charset="0"/>
                <a:ea typeface="Tahoma" panose="020B0604030504040204" pitchFamily="34" charset="0"/>
                <a:cs typeface="Times New Roman" panose="02020603050405020304" pitchFamily="18" charset="0"/>
              </a:rPr>
              <a:t>and higher </a:t>
            </a:r>
            <a:r>
              <a:rPr lang="en-US" sz="2500" b="1">
                <a:latin typeface="Times New Roman" panose="02020603050405020304" pitchFamily="18" charset="0"/>
                <a:ea typeface="Tahoma" panose="020B0604030504040204" pitchFamily="34" charset="0"/>
                <a:cs typeface="Times New Roman" panose="02020603050405020304" pitchFamily="18" charset="0"/>
              </a:rPr>
              <a:t>dynamic pressure</a:t>
            </a:r>
            <a:r>
              <a:rPr lang="en-US" sz="2500">
                <a:latin typeface="Times New Roman" panose="02020603050405020304" pitchFamily="18" charset="0"/>
                <a:ea typeface="Tahoma" panose="020B0604030504040204" pitchFamily="34" charset="0"/>
                <a:cs typeface="Times New Roman" panose="02020603050405020304" pitchFamily="18" charset="0"/>
              </a:rPr>
              <a:t>.</a:t>
            </a:r>
          </a:p>
          <a:p>
            <a:endParaRPr lang="en-US" sz="2500">
              <a:latin typeface="Times New Roman" panose="02020603050405020304" pitchFamily="18" charset="0"/>
              <a:ea typeface="Tahoma" panose="020B0604030504040204" pitchFamily="34" charset="0"/>
              <a:cs typeface="Times New Roman" panose="02020603050405020304" pitchFamily="18" charset="0"/>
            </a:endParaRPr>
          </a:p>
          <a:p>
            <a:r>
              <a:rPr lang="en-US" sz="2500" b="1" u="sng">
                <a:latin typeface="Times New Roman" panose="02020603050405020304" pitchFamily="18" charset="0"/>
                <a:ea typeface="Tahoma" panose="020B0604030504040204" pitchFamily="34" charset="0"/>
                <a:cs typeface="Times New Roman" panose="02020603050405020304" pitchFamily="18" charset="0"/>
              </a:rPr>
              <a:t>Gravitational Load:</a:t>
            </a:r>
            <a:endParaRPr lang="en-US" sz="2500">
              <a:latin typeface="Times New Roman" panose="02020603050405020304" pitchFamily="18" charset="0"/>
              <a:ea typeface="Tahoma" panose="020B0604030504040204" pitchFamily="34" charset="0"/>
              <a:cs typeface="Times New Roman" panose="02020603050405020304" pitchFamily="18" charset="0"/>
            </a:endParaRPr>
          </a:p>
          <a:p>
            <a:r>
              <a:rPr lang="en-US" sz="2500">
                <a:latin typeface="Times New Roman" panose="02020603050405020304" pitchFamily="18" charset="0"/>
                <a:ea typeface="Tahoma" panose="020B0604030504040204" pitchFamily="34" charset="0"/>
                <a:cs typeface="Times New Roman" panose="02020603050405020304" pitchFamily="18" charset="0"/>
              </a:rPr>
              <a:t>When entering the Martian atmosphere, many non-crewed missions experience immense force due to continuous acceleration required in a negligible atmosphere. For example, the Curiosity rover experienced up to 13 g of force </a:t>
            </a:r>
            <a:r>
              <a:rPr lang="da-DK" sz="2500">
                <a:latin typeface="Times New Roman" panose="02020603050405020304" pitchFamily="18" charset="0"/>
                <a:ea typeface="Tahoma" panose="020B0604030504040204" pitchFamily="34" charset="0"/>
                <a:cs typeface="Times New Roman" panose="02020603050405020304" pitchFamily="18" charset="0"/>
              </a:rPr>
              <a:t>(Lee et al., 2024, p. 1)</a:t>
            </a:r>
            <a:r>
              <a:rPr lang="en-US" sz="2500">
                <a:latin typeface="Times New Roman" panose="02020603050405020304" pitchFamily="18" charset="0"/>
                <a:ea typeface="Tahoma" panose="020B0604030504040204" pitchFamily="34" charset="0"/>
                <a:cs typeface="Times New Roman" panose="02020603050405020304" pitchFamily="18" charset="0"/>
              </a:rPr>
              <a:t> while Perseverance handled 10 g of gravitational load during descent (Harwood, 2021, p. 1). While these values may be acceptable for machinery, they are simply intolerable for human missions, which are restricted to a 5 g limit since human intervention may be necessary during descent.</a:t>
            </a:r>
          </a:p>
          <a:p>
            <a:endParaRPr lang="en-US" sz="2500">
              <a:latin typeface="Times New Roman" panose="02020603050405020304" pitchFamily="18" charset="0"/>
              <a:ea typeface="Tahoma" panose="020B0604030504040204" pitchFamily="34" charset="0"/>
              <a:cs typeface="Times New Roman" panose="02020603050405020304" pitchFamily="18" charset="0"/>
            </a:endParaRPr>
          </a:p>
          <a:p>
            <a:r>
              <a:rPr lang="en-US" sz="2500" b="1" u="sng">
                <a:latin typeface="Times New Roman" panose="02020603050405020304" pitchFamily="18" charset="0"/>
                <a:ea typeface="Tahoma" panose="020B0604030504040204" pitchFamily="34" charset="0"/>
                <a:cs typeface="Times New Roman" panose="02020603050405020304" pitchFamily="18" charset="0"/>
              </a:rPr>
              <a:t>Dynamic Pressure:</a:t>
            </a:r>
            <a:endParaRPr lang="en-US" sz="2500">
              <a:latin typeface="Times New Roman" panose="02020603050405020304" pitchFamily="18" charset="0"/>
              <a:ea typeface="Tahoma" panose="020B0604030504040204" pitchFamily="34" charset="0"/>
              <a:cs typeface="Times New Roman" panose="02020603050405020304" pitchFamily="18" charset="0"/>
            </a:endParaRPr>
          </a:p>
          <a:p>
            <a:r>
              <a:rPr lang="en-US" sz="2500">
                <a:latin typeface="Times New Roman" panose="02020603050405020304" pitchFamily="18" charset="0"/>
                <a:ea typeface="Tahoma" panose="020B0604030504040204" pitchFamily="34" charset="0"/>
                <a:cs typeface="Times New Roman" panose="02020603050405020304" pitchFamily="18" charset="0"/>
              </a:rPr>
              <a:t>Dynamic Pressure (often measuring in kPa) is the amount of pressure the spacecraft experiences by the atmosphere due to its velocity. This pressure can often cause heating and create unsafe conditions for the spacecraft. For example, Curiosity experienced 14.87 kPa of dynamic pressure (Karlgaard et al., 2021), creating 3,800 degrees Fahrenheit of heat in the process (Way, Davis, &amp; </a:t>
            </a:r>
            <a:r>
              <a:rPr lang="en-US" sz="2500" err="1">
                <a:latin typeface="Times New Roman" panose="02020603050405020304" pitchFamily="18" charset="0"/>
                <a:ea typeface="Tahoma" panose="020B0604030504040204" pitchFamily="34" charset="0"/>
                <a:cs typeface="Times New Roman" panose="02020603050405020304" pitchFamily="18" charset="0"/>
              </a:rPr>
              <a:t>Shidner</a:t>
            </a:r>
            <a:r>
              <a:rPr lang="en-US" sz="2500">
                <a:latin typeface="Times New Roman" panose="02020603050405020304" pitchFamily="18" charset="0"/>
                <a:ea typeface="Tahoma" panose="020B0604030504040204" pitchFamily="34" charset="0"/>
                <a:cs typeface="Times New Roman" panose="02020603050405020304" pitchFamily="18" charset="0"/>
              </a:rPr>
              <a:t>, 2013). Limiting these values will ensure more sustainable heat and lower fuel usage.</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3DDCA9C-D099-723A-97CF-155FC9F58FE2}"/>
                  </a:ext>
                </a:extLst>
              </p:cNvPr>
              <p:cNvSpPr txBox="1"/>
              <p:nvPr/>
            </p:nvSpPr>
            <p:spPr>
              <a:xfrm flipH="1">
                <a:off x="392447" y="14860430"/>
                <a:ext cx="12048536" cy="5478423"/>
              </a:xfrm>
              <a:prstGeom prst="rect">
                <a:avLst/>
              </a:prstGeom>
              <a:noFill/>
            </p:spPr>
            <p:txBody>
              <a:bodyPr wrap="square" rtlCol="0">
                <a:spAutoFit/>
              </a:bodyPr>
              <a:lstStyle/>
              <a:p>
                <a:r>
                  <a:rPr lang="en-US" sz="2500">
                    <a:latin typeface="Times New Roman" panose="02020603050405020304" pitchFamily="18" charset="0"/>
                    <a:cs typeface="Times New Roman" panose="02020603050405020304" pitchFamily="18" charset="0"/>
                  </a:rPr>
                  <a:t>To analyze the potential of aerobraking and its effectiveness in descent procedures, a detailed analysis was performed. This study utilizes a high-fidelity computational simulations to evaluate the feasibility of aerobraking for a crewed Mars mission. </a:t>
                </a:r>
              </a:p>
              <a:p>
                <a:endParaRPr lang="en-US" sz="250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500" b="1">
                    <a:latin typeface="Times New Roman" panose="02020603050405020304" pitchFamily="18" charset="0"/>
                    <a:cs typeface="Times New Roman" panose="02020603050405020304" pitchFamily="18" charset="0"/>
                  </a:rPr>
                  <a:t>Atmospheric Density: </a:t>
                </a:r>
                <a:r>
                  <a:rPr lang="en-US" sz="2500">
                    <a:latin typeface="Times New Roman" panose="02020603050405020304" pitchFamily="18" charset="0"/>
                    <a:cs typeface="Times New Roman" panose="02020603050405020304" pitchFamily="18" charset="0"/>
                  </a:rPr>
                  <a:t>To obtain the atmospheric density of the Martian Atmosphere, this study utilizes a static output from NASA’s MarsGRAM (Mars Global Reference Atmospheric Model) software. This output included a list of atmospheric densities from altitudes of 65 km to 0.01 km, recording every 0.01 km. The latitude and longitude were kept static. However, this did present uncertainties as the spacecraft moved in latitude and longitude during aerobraking as well. The greatest uncertainty on latitude is </a:t>
                </a:r>
                <a14:m>
                  <m:oMath xmlns:m="http://schemas.openxmlformats.org/officeDocument/2006/math">
                    <m:r>
                      <a:rPr lang="en-US" sz="2500" b="0" i="0" smtClean="0">
                        <a:latin typeface="Cambria Math" panose="02040503050406030204" pitchFamily="18" charset="0"/>
                        <a:ea typeface="Cambria Math" panose="02040503050406030204" pitchFamily="18" charset="0"/>
                        <a:cs typeface="Times New Roman" panose="02020603050405020304" pitchFamily="18" charset="0"/>
                      </a:rPr>
                      <m:t>40.0</m:t>
                    </m:r>
                    <m:r>
                      <a:rPr lang="en-US" sz="2500" i="1">
                        <a:latin typeface="Cambria Math" panose="02040503050406030204" pitchFamily="18" charset="0"/>
                        <a:ea typeface="Cambria Math" panose="02040503050406030204" pitchFamily="18" charset="0"/>
                        <a:cs typeface="Times New Roman" panose="02020603050405020304" pitchFamily="18" charset="0"/>
                      </a:rPr>
                      <m:t>±5.1</m:t>
                    </m:r>
                    <m:r>
                      <a:rPr lang="en-US" sz="25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500" b="0" i="1" smtClean="0">
                        <a:latin typeface="Cambria Math" panose="02040503050406030204" pitchFamily="18" charset="0"/>
                        <a:ea typeface="Cambria Math" panose="02040503050406030204" pitchFamily="18" charset="0"/>
                        <a:cs typeface="Times New Roman" panose="02020603050405020304" pitchFamily="18" charset="0"/>
                      </a:rPr>
                      <m:t>𝐸</m:t>
                    </m:r>
                  </m:oMath>
                </a14:m>
                <a:r>
                  <a:rPr lang="en-US" sz="2500">
                    <a:latin typeface="Times New Roman" panose="02020603050405020304" pitchFamily="18" charset="0"/>
                    <a:cs typeface="Times New Roman" panose="02020603050405020304" pitchFamily="18" charset="0"/>
                  </a:rPr>
                  <a:t> and the greatest uncertainty on longitude: </a:t>
                </a:r>
                <a14:m>
                  <m:oMath xmlns:m="http://schemas.openxmlformats.org/officeDocument/2006/math">
                    <m:r>
                      <a:rPr lang="en-US" sz="2500" dirty="0" smtClean="0">
                        <a:latin typeface="Cambria Math" panose="02040503050406030204" pitchFamily="18" charset="0"/>
                        <a:ea typeface="Cambria Math" panose="02040503050406030204" pitchFamily="18" charset="0"/>
                        <a:cs typeface="Times New Roman" panose="02020603050405020304" pitchFamily="18" charset="0"/>
                      </a:rPr>
                      <m:t>6</m:t>
                    </m:r>
                    <m:r>
                      <a:rPr lang="en-US" sz="2500">
                        <a:latin typeface="Cambria Math" panose="02040503050406030204" pitchFamily="18" charset="0"/>
                        <a:ea typeface="Cambria Math" panose="02040503050406030204" pitchFamily="18" charset="0"/>
                        <a:cs typeface="Times New Roman" panose="02020603050405020304" pitchFamily="18" charset="0"/>
                      </a:rPr>
                      <m:t>0.0</m:t>
                    </m:r>
                    <m:r>
                      <a:rPr lang="en-US" sz="2500" i="1">
                        <a:latin typeface="Cambria Math" panose="02040503050406030204" pitchFamily="18" charset="0"/>
                        <a:ea typeface="Cambria Math" panose="02040503050406030204" pitchFamily="18" charset="0"/>
                        <a:cs typeface="Times New Roman" panose="02020603050405020304" pitchFamily="18" charset="0"/>
                      </a:rPr>
                      <m:t>±</m:t>
                    </m:r>
                    <m:r>
                      <a:rPr lang="en-US" sz="2500" b="0" i="1" smtClean="0">
                        <a:latin typeface="Cambria Math" panose="02040503050406030204" pitchFamily="18" charset="0"/>
                        <a:ea typeface="Cambria Math" panose="02040503050406030204" pitchFamily="18" charset="0"/>
                        <a:cs typeface="Times New Roman" panose="02020603050405020304" pitchFamily="18" charset="0"/>
                      </a:rPr>
                      <m:t>33.9°</m:t>
                    </m:r>
                    <m:r>
                      <a:rPr lang="en-US" sz="2500" b="0" i="1" smtClean="0">
                        <a:latin typeface="Cambria Math" panose="02040503050406030204" pitchFamily="18" charset="0"/>
                        <a:ea typeface="Cambria Math" panose="02040503050406030204" pitchFamily="18" charset="0"/>
                        <a:cs typeface="Times New Roman" panose="02020603050405020304" pitchFamily="18" charset="0"/>
                      </a:rPr>
                      <m:t>𝑁</m:t>
                    </m:r>
                  </m:oMath>
                </a14:m>
                <a:r>
                  <a:rPr lang="en-US" sz="2500">
                    <a:latin typeface="Times New Roman" panose="02020603050405020304" pitchFamily="18" charset="0"/>
                    <a:cs typeface="Times New Roman" panose="02020603050405020304" pitchFamily="18" charset="0"/>
                  </a:rPr>
                  <a:t>. The program also assumes static time of Jan 1</a:t>
                </a:r>
                <a:r>
                  <a:rPr lang="en-US" sz="2500" baseline="30000">
                    <a:latin typeface="Times New Roman" panose="02020603050405020304" pitchFamily="18" charset="0"/>
                    <a:cs typeface="Times New Roman" panose="02020603050405020304" pitchFamily="18" charset="0"/>
                  </a:rPr>
                  <a:t>st</a:t>
                </a:r>
                <a:r>
                  <a:rPr lang="en-US" sz="2500">
                    <a:latin typeface="Times New Roman" panose="02020603050405020304" pitchFamily="18" charset="0"/>
                    <a:cs typeface="Times New Roman" panose="02020603050405020304" pitchFamily="18" charset="0"/>
                  </a:rPr>
                  <a:t>, 2035, which may produce different results from one where time is a variable given each pass.</a:t>
                </a:r>
              </a:p>
              <a:p>
                <a:endParaRPr lang="en-US" sz="2500">
                  <a:latin typeface="Times New Roman" panose="02020603050405020304" pitchFamily="18" charset="0"/>
                  <a:cs typeface="Times New Roman" panose="02020603050405020304" pitchFamily="18" charset="0"/>
                </a:endParaRPr>
              </a:p>
            </p:txBody>
          </p:sp>
        </mc:Choice>
        <mc:Fallback xmlns="">
          <p:sp>
            <p:nvSpPr>
              <p:cNvPr id="43" name="TextBox 42">
                <a:extLst>
                  <a:ext uri="{FF2B5EF4-FFF2-40B4-BE49-F238E27FC236}">
                    <a16:creationId xmlns:a16="http://schemas.microsoft.com/office/drawing/2014/main" id="{B3DDCA9C-D099-723A-97CF-155FC9F58FE2}"/>
                  </a:ext>
                </a:extLst>
              </p:cNvPr>
              <p:cNvSpPr txBox="1">
                <a:spLocks noRot="1" noChangeAspect="1" noMove="1" noResize="1" noEditPoints="1" noAdjustHandles="1" noChangeArrowheads="1" noChangeShapeType="1" noTextEdit="1"/>
              </p:cNvSpPr>
              <p:nvPr/>
            </p:nvSpPr>
            <p:spPr>
              <a:xfrm flipH="1">
                <a:off x="392447" y="14860430"/>
                <a:ext cx="12048536" cy="5478423"/>
              </a:xfrm>
              <a:prstGeom prst="rect">
                <a:avLst/>
              </a:prstGeom>
              <a:blipFill>
                <a:blip r:embed="rId10"/>
                <a:stretch>
                  <a:fillRect l="-809" t="-1002" r="-1467"/>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96E1368D-CC2D-2604-626C-51578E8BCA49}"/>
              </a:ext>
            </a:extLst>
          </p:cNvPr>
          <p:cNvSpPr txBox="1"/>
          <p:nvPr/>
        </p:nvSpPr>
        <p:spPr>
          <a:xfrm>
            <a:off x="328903" y="20053335"/>
            <a:ext cx="6192978" cy="5093702"/>
          </a:xfrm>
          <a:prstGeom prst="rect">
            <a:avLst/>
          </a:prstGeom>
          <a:noFill/>
        </p:spPr>
        <p:txBody>
          <a:bodyPr wrap="square" rtlCol="0">
            <a:spAutoFit/>
          </a:bodyPr>
          <a:lstStyle/>
          <a:p>
            <a:pPr marL="457200" indent="-457200">
              <a:buFont typeface="+mj-lt"/>
              <a:buAutoNum type="arabicPeriod" startAt="2"/>
            </a:pPr>
            <a:r>
              <a:rPr lang="en-US" sz="2500" b="1">
                <a:latin typeface="Times New Roman" panose="02020603050405020304" pitchFamily="18" charset="0"/>
                <a:cs typeface="Times New Roman" panose="02020603050405020304" pitchFamily="18" charset="0"/>
              </a:rPr>
              <a:t>Acceleration due to Drag: </a:t>
            </a:r>
            <a:r>
              <a:rPr lang="en-US" sz="2500">
                <a:latin typeface="Times New Roman" panose="02020603050405020304" pitchFamily="18" charset="0"/>
                <a:cs typeface="Times New Roman" panose="02020603050405020304" pitchFamily="18" charset="0"/>
              </a:rPr>
              <a:t>To discern and apply the effects of drag on acceleration, velocity and position of the spacecraft, this study differentiated state vectors (position and velocity) with time to get rates of change for the state vectors. It also applies drag after differentiating velocity (giving acceleration) to account for those differences. Most prominently, this study the 4</a:t>
            </a:r>
            <a:r>
              <a:rPr lang="en-US" sz="2500" baseline="30000">
                <a:latin typeface="Times New Roman" panose="02020603050405020304" pitchFamily="18" charset="0"/>
                <a:cs typeface="Times New Roman" panose="02020603050405020304" pitchFamily="18" charset="0"/>
              </a:rPr>
              <a:t>th</a:t>
            </a:r>
            <a:r>
              <a:rPr lang="en-US" sz="2500">
                <a:latin typeface="Times New Roman" panose="02020603050405020304" pitchFamily="18" charset="0"/>
                <a:cs typeface="Times New Roman" panose="02020603050405020304" pitchFamily="18" charset="0"/>
              </a:rPr>
              <a:t> order Runge Kutta differentiation method rather than Euler’s method for increased accuracy.</a:t>
            </a:r>
            <a:endParaRPr lang="en-US" sz="2500" b="1">
              <a:latin typeface="Times New Roman" panose="02020603050405020304" pitchFamily="18" charset="0"/>
              <a:cs typeface="Times New Roman" panose="02020603050405020304" pitchFamily="18" charset="0"/>
            </a:endParaRPr>
          </a:p>
          <a:p>
            <a:endParaRPr lang="en-US" sz="2500"/>
          </a:p>
        </p:txBody>
      </p:sp>
      <p:grpSp>
        <p:nvGrpSpPr>
          <p:cNvPr id="65" name="Group 64">
            <a:extLst>
              <a:ext uri="{FF2B5EF4-FFF2-40B4-BE49-F238E27FC236}">
                <a16:creationId xmlns:a16="http://schemas.microsoft.com/office/drawing/2014/main" id="{2625A67E-143C-171A-2047-F8A83FC32363}"/>
              </a:ext>
            </a:extLst>
          </p:cNvPr>
          <p:cNvGrpSpPr/>
          <p:nvPr/>
        </p:nvGrpSpPr>
        <p:grpSpPr>
          <a:xfrm>
            <a:off x="18371902" y="4203941"/>
            <a:ext cx="7221805" cy="5802972"/>
            <a:chOff x="18277827" y="5563658"/>
            <a:chExt cx="7221805" cy="5802972"/>
          </a:xfrm>
        </p:grpSpPr>
        <p:pic>
          <p:nvPicPr>
            <p:cNvPr id="1031" name="Picture 7">
              <a:extLst>
                <a:ext uri="{FF2B5EF4-FFF2-40B4-BE49-F238E27FC236}">
                  <a16:creationId xmlns:a16="http://schemas.microsoft.com/office/drawing/2014/main" id="{6297A203-FED3-1184-EFAD-4D1475FD4384}"/>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5141" t="9144" r="1574" b="54463"/>
            <a:stretch>
              <a:fillRect/>
            </a:stretch>
          </p:blipFill>
          <p:spPr bwMode="auto">
            <a:xfrm>
              <a:off x="18304656" y="5563658"/>
              <a:ext cx="7169615" cy="2589171"/>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a:extLst>
                <a:ext uri="{FF2B5EF4-FFF2-40B4-BE49-F238E27FC236}">
                  <a16:creationId xmlns:a16="http://schemas.microsoft.com/office/drawing/2014/main" id="{0A5BEA6C-5959-5C23-0079-20DE217B4C74}"/>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5201" t="54134" r="4336" b="9473"/>
            <a:stretch>
              <a:fillRect/>
            </a:stretch>
          </p:blipFill>
          <p:spPr bwMode="auto">
            <a:xfrm>
              <a:off x="18277827" y="7969874"/>
              <a:ext cx="7003811" cy="2670568"/>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30">
              <a:extLst>
                <a:ext uri="{FF2B5EF4-FFF2-40B4-BE49-F238E27FC236}">
                  <a16:creationId xmlns:a16="http://schemas.microsoft.com/office/drawing/2014/main" id="{BF32BE88-3B98-FA3F-D4C1-0ABDBF0E0EE7}"/>
                </a:ext>
              </a:extLst>
            </p:cNvPr>
            <p:cNvSpPr/>
            <p:nvPr/>
          </p:nvSpPr>
          <p:spPr>
            <a:xfrm>
              <a:off x="18885811" y="6001226"/>
              <a:ext cx="5616178" cy="549830"/>
            </a:xfrm>
            <a:prstGeom prst="rect">
              <a:avLst/>
            </a:prstGeom>
            <a:noFill/>
            <a:ln w="762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u="sng"/>
            </a:p>
          </p:txBody>
        </p:sp>
        <p:sp>
          <p:nvSpPr>
            <p:cNvPr id="35" name="Rectangle 34">
              <a:extLst>
                <a:ext uri="{FF2B5EF4-FFF2-40B4-BE49-F238E27FC236}">
                  <a16:creationId xmlns:a16="http://schemas.microsoft.com/office/drawing/2014/main" id="{9060409F-7858-7A26-97CC-16434977CD02}"/>
                </a:ext>
              </a:extLst>
            </p:cNvPr>
            <p:cNvSpPr/>
            <p:nvPr/>
          </p:nvSpPr>
          <p:spPr>
            <a:xfrm>
              <a:off x="22161182" y="5828759"/>
              <a:ext cx="937561" cy="4628937"/>
            </a:xfrm>
            <a:prstGeom prst="rect">
              <a:avLst/>
            </a:prstGeom>
            <a:noFill/>
            <a:ln w="762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u="sng"/>
            </a:p>
          </p:txBody>
        </p:sp>
        <p:sp>
          <p:nvSpPr>
            <p:cNvPr id="38" name="Multiplication Sign 37">
              <a:extLst>
                <a:ext uri="{FF2B5EF4-FFF2-40B4-BE49-F238E27FC236}">
                  <a16:creationId xmlns:a16="http://schemas.microsoft.com/office/drawing/2014/main" id="{A2215B50-64E4-5A48-A320-294BCF573B6D}"/>
                </a:ext>
              </a:extLst>
            </p:cNvPr>
            <p:cNvSpPr/>
            <p:nvPr/>
          </p:nvSpPr>
          <p:spPr>
            <a:xfrm>
              <a:off x="22482994" y="6215269"/>
              <a:ext cx="279147" cy="209817"/>
            </a:xfrm>
            <a:prstGeom prst="mathMultiply">
              <a:avLst/>
            </a:prstGeom>
            <a:solidFill>
              <a:srgbClr val="FF0000"/>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50" name="TextBox 49">
              <a:extLst>
                <a:ext uri="{FF2B5EF4-FFF2-40B4-BE49-F238E27FC236}">
                  <a16:creationId xmlns:a16="http://schemas.microsoft.com/office/drawing/2014/main" id="{93B74142-4AFF-26A6-D99B-038A87EAA51B}"/>
                </a:ext>
              </a:extLst>
            </p:cNvPr>
            <p:cNvSpPr txBox="1"/>
            <p:nvPr/>
          </p:nvSpPr>
          <p:spPr>
            <a:xfrm>
              <a:off x="18328780" y="10627966"/>
              <a:ext cx="7170852" cy="738664"/>
            </a:xfrm>
            <a:prstGeom prst="rect">
              <a:avLst/>
            </a:prstGeom>
            <a:noFill/>
          </p:spPr>
          <p:txBody>
            <a:bodyPr wrap="square" rtlCol="0">
              <a:spAutoFit/>
            </a:bodyPr>
            <a:lstStyle/>
            <a:p>
              <a:r>
                <a:rPr lang="en-US" sz="1400" i="1">
                  <a:latin typeface="Times New Roman" panose="02020603050405020304" pitchFamily="18" charset="0"/>
                  <a:cs typeface="Times New Roman" panose="02020603050405020304" pitchFamily="18" charset="0"/>
                </a:rPr>
                <a:t>Notes</a:t>
              </a:r>
              <a:r>
                <a:rPr lang="en-US" sz="1400">
                  <a:latin typeface="Times New Roman" panose="02020603050405020304" pitchFamily="18" charset="0"/>
                  <a:cs typeface="Times New Roman" panose="02020603050405020304" pitchFamily="18" charset="0"/>
                </a:rPr>
                <a:t>. Figure showing the temperature and density of Mars at an altitude of 100 km from surface on Jan 1</a:t>
              </a:r>
              <a:r>
                <a:rPr lang="en-US" sz="1400" baseline="30000">
                  <a:latin typeface="Times New Roman" panose="02020603050405020304" pitchFamily="18" charset="0"/>
                  <a:cs typeface="Times New Roman" panose="02020603050405020304" pitchFamily="18" charset="0"/>
                </a:rPr>
                <a:t>st</a:t>
              </a:r>
              <a:r>
                <a:rPr lang="en-US" sz="1400">
                  <a:latin typeface="Times New Roman" panose="02020603050405020304" pitchFamily="18" charset="0"/>
                  <a:cs typeface="Times New Roman" panose="02020603050405020304" pitchFamily="18" charset="0"/>
                </a:rPr>
                <a:t>, 2035 (Midnight UTC). Recorded by querying Mars Climate Database on September 7</a:t>
              </a:r>
              <a:r>
                <a:rPr lang="en-US" sz="1400" baseline="30000">
                  <a:latin typeface="Times New Roman" panose="02020603050405020304" pitchFamily="18" charset="0"/>
                  <a:cs typeface="Times New Roman" panose="02020603050405020304" pitchFamily="18" charset="0"/>
                </a:rPr>
                <a:t>th</a:t>
              </a:r>
              <a:r>
                <a:rPr lang="en-US" sz="1400">
                  <a:latin typeface="Times New Roman" panose="02020603050405020304" pitchFamily="18" charset="0"/>
                  <a:cs typeface="Times New Roman" panose="02020603050405020304" pitchFamily="18" charset="0"/>
                </a:rPr>
                <a:t>, 2025.</a:t>
              </a:r>
              <a:endParaRPr lang="en-US" sz="1400" i="1">
                <a:latin typeface="Times New Roman" panose="02020603050405020304" pitchFamily="18" charset="0"/>
                <a:cs typeface="Times New Roman" panose="02020603050405020304" pitchFamily="18" charset="0"/>
              </a:endParaRPr>
            </a:p>
          </p:txBody>
        </p:sp>
        <p:sp>
          <p:nvSpPr>
            <p:cNvPr id="53" name="Rectangle 52">
              <a:extLst>
                <a:ext uri="{FF2B5EF4-FFF2-40B4-BE49-F238E27FC236}">
                  <a16:creationId xmlns:a16="http://schemas.microsoft.com/office/drawing/2014/main" id="{B987AA24-2A73-3752-AAD1-4C5EAECCB65A}"/>
                </a:ext>
              </a:extLst>
            </p:cNvPr>
            <p:cNvSpPr/>
            <p:nvPr/>
          </p:nvSpPr>
          <p:spPr>
            <a:xfrm>
              <a:off x="18884612" y="8425630"/>
              <a:ext cx="5616179" cy="549830"/>
            </a:xfrm>
            <a:prstGeom prst="rect">
              <a:avLst/>
            </a:prstGeom>
            <a:noFill/>
            <a:ln w="762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u="sng"/>
            </a:p>
          </p:txBody>
        </p:sp>
        <p:sp>
          <p:nvSpPr>
            <p:cNvPr id="48" name="Multiplication Sign 47">
              <a:extLst>
                <a:ext uri="{FF2B5EF4-FFF2-40B4-BE49-F238E27FC236}">
                  <a16:creationId xmlns:a16="http://schemas.microsoft.com/office/drawing/2014/main" id="{D1F157EF-F628-BDFB-0BF0-3F3EFA730EFA}"/>
                </a:ext>
              </a:extLst>
            </p:cNvPr>
            <p:cNvSpPr/>
            <p:nvPr/>
          </p:nvSpPr>
          <p:spPr>
            <a:xfrm>
              <a:off x="22482993" y="8662692"/>
              <a:ext cx="279147" cy="209817"/>
            </a:xfrm>
            <a:prstGeom prst="mathMultiply">
              <a:avLst/>
            </a:prstGeom>
            <a:solidFill>
              <a:srgbClr val="FF0000"/>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a:extLst>
              <a:ext uri="{FF2B5EF4-FFF2-40B4-BE49-F238E27FC236}">
                <a16:creationId xmlns:a16="http://schemas.microsoft.com/office/drawing/2014/main" id="{39269214-57DB-01F2-7A85-18DA7A85DBDA}"/>
              </a:ext>
            </a:extLst>
          </p:cNvPr>
          <p:cNvGrpSpPr/>
          <p:nvPr/>
        </p:nvGrpSpPr>
        <p:grpSpPr>
          <a:xfrm>
            <a:off x="12957103" y="8542244"/>
            <a:ext cx="5335262" cy="4211337"/>
            <a:chOff x="12853850" y="9305158"/>
            <a:chExt cx="5335262" cy="4211337"/>
          </a:xfrm>
        </p:grpSpPr>
        <p:pic>
          <p:nvPicPr>
            <p:cNvPr id="42" name="Picture 41" descr="A graph showing the difference between mars and earth&#10;&#10;AI-generated content may be incorrect.">
              <a:extLst>
                <a:ext uri="{FF2B5EF4-FFF2-40B4-BE49-F238E27FC236}">
                  <a16:creationId xmlns:a16="http://schemas.microsoft.com/office/drawing/2014/main" id="{D5FFA825-1685-3711-3E46-10EB21080931}"/>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12853850" y="9305158"/>
              <a:ext cx="5335262" cy="4073485"/>
            </a:xfrm>
            <a:prstGeom prst="rect">
              <a:avLst/>
            </a:prstGeom>
          </p:spPr>
        </p:pic>
        <p:sp>
          <p:nvSpPr>
            <p:cNvPr id="64" name="TextBox 63">
              <a:extLst>
                <a:ext uri="{FF2B5EF4-FFF2-40B4-BE49-F238E27FC236}">
                  <a16:creationId xmlns:a16="http://schemas.microsoft.com/office/drawing/2014/main" id="{3F4C5C29-8D07-1B7B-C44F-1DCE3253A4FF}"/>
                </a:ext>
              </a:extLst>
            </p:cNvPr>
            <p:cNvSpPr txBox="1"/>
            <p:nvPr/>
          </p:nvSpPr>
          <p:spPr>
            <a:xfrm>
              <a:off x="13141572" y="13208718"/>
              <a:ext cx="4943475" cy="307777"/>
            </a:xfrm>
            <a:prstGeom prst="rect">
              <a:avLst/>
            </a:prstGeom>
            <a:noFill/>
          </p:spPr>
          <p:txBody>
            <a:bodyPr wrap="square" rtlCol="0">
              <a:spAutoFit/>
            </a:bodyPr>
            <a:lstStyle/>
            <a:p>
              <a:r>
                <a:rPr lang="en-US" sz="1400" i="1">
                  <a:latin typeface="Times New Roman" panose="02020603050405020304" pitchFamily="18" charset="0"/>
                  <a:cs typeface="Times New Roman" panose="02020603050405020304" pitchFamily="18" charset="0"/>
                </a:rPr>
                <a:t>Notes</a:t>
              </a:r>
              <a:r>
                <a:rPr lang="en-US" sz="1400">
                  <a:latin typeface="Times New Roman" panose="02020603050405020304" pitchFamily="18" charset="0"/>
                  <a:cs typeface="Times New Roman" panose="02020603050405020304" pitchFamily="18" charset="0"/>
                </a:rPr>
                <a:t>. Comparison the density of Martian and Earth’s atmosphere</a:t>
              </a:r>
              <a:endParaRPr lang="en-US" sz="1400" i="1">
                <a:latin typeface="Times New Roman" panose="02020603050405020304" pitchFamily="18" charset="0"/>
                <a:cs typeface="Times New Roman" panose="02020603050405020304" pitchFamily="18" charset="0"/>
              </a:endParaRPr>
            </a:p>
          </p:txBody>
        </p:sp>
      </p:grpSp>
      <p:sp>
        <p:nvSpPr>
          <p:cNvPr id="58" name="TextBox 57">
            <a:extLst>
              <a:ext uri="{FF2B5EF4-FFF2-40B4-BE49-F238E27FC236}">
                <a16:creationId xmlns:a16="http://schemas.microsoft.com/office/drawing/2014/main" id="{E1E633A9-6CDE-6A80-42A3-A380B1F56887}"/>
              </a:ext>
            </a:extLst>
          </p:cNvPr>
          <p:cNvSpPr txBox="1"/>
          <p:nvPr/>
        </p:nvSpPr>
        <p:spPr>
          <a:xfrm>
            <a:off x="13066909" y="4300718"/>
            <a:ext cx="5480689" cy="4293483"/>
          </a:xfrm>
          <a:prstGeom prst="rect">
            <a:avLst/>
          </a:prstGeom>
          <a:noFill/>
        </p:spPr>
        <p:txBody>
          <a:bodyPr wrap="square" rtlCol="0">
            <a:spAutoFit/>
          </a:bodyPr>
          <a:lstStyle/>
          <a:p>
            <a:r>
              <a:rPr lang="en-US" sz="2100">
                <a:latin typeface="Times New Roman" panose="02020603050405020304" pitchFamily="18" charset="0"/>
                <a:cs typeface="Times New Roman" panose="02020603050405020304" pitchFamily="18" charset="0"/>
              </a:rPr>
              <a:t>Firstly, to obtain the ideal place for landing, this study identified both temperature and density of the Martian atmosphere at 100 km. The ideal location (selected to be 40°E and 60°N) included:</a:t>
            </a:r>
          </a:p>
          <a:p>
            <a:pPr marL="342900" indent="-342900">
              <a:buFont typeface="Arial" panose="020B0604020202020204" pitchFamily="34" charset="0"/>
              <a:buChar char="•"/>
            </a:pPr>
            <a:r>
              <a:rPr lang="en-US" sz="2100" b="1">
                <a:latin typeface="Times New Roman" panose="02020603050405020304" pitchFamily="18" charset="0"/>
                <a:cs typeface="Times New Roman" panose="02020603050405020304" pitchFamily="18" charset="0"/>
              </a:rPr>
              <a:t>Close to the equator </a:t>
            </a:r>
            <a:r>
              <a:rPr lang="en-US" sz="2100">
                <a:latin typeface="Times New Roman" panose="02020603050405020304" pitchFamily="18" charset="0"/>
                <a:cs typeface="Times New Roman" panose="02020603050405020304" pitchFamily="18" charset="0"/>
              </a:rPr>
              <a:t>for lower pressure and uncertainty</a:t>
            </a:r>
            <a:endParaRPr lang="en-US" sz="2100" b="1">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100" b="1">
                <a:latin typeface="Times New Roman" panose="02020603050405020304" pitchFamily="18" charset="0"/>
                <a:cs typeface="Times New Roman" panose="02020603050405020304" pitchFamily="18" charset="0"/>
              </a:rPr>
              <a:t>Higher densities </a:t>
            </a:r>
            <a:r>
              <a:rPr lang="en-US" sz="2100">
                <a:latin typeface="Times New Roman" panose="02020603050405020304" pitchFamily="18" charset="0"/>
                <a:cs typeface="Times New Roman" panose="02020603050405020304" pitchFamily="18" charset="0"/>
              </a:rPr>
              <a:t>for efficient aerobraking</a:t>
            </a:r>
          </a:p>
          <a:p>
            <a:pPr marL="342900" indent="-342900">
              <a:buFont typeface="Arial" panose="020B0604020202020204" pitchFamily="34" charset="0"/>
              <a:buChar char="•"/>
            </a:pPr>
            <a:r>
              <a:rPr lang="en-US" sz="2100" b="1">
                <a:latin typeface="Times New Roman" panose="02020603050405020304" pitchFamily="18" charset="0"/>
                <a:cs typeface="Times New Roman" panose="02020603050405020304" pitchFamily="18" charset="0"/>
              </a:rPr>
              <a:t>Plane area </a:t>
            </a:r>
            <a:r>
              <a:rPr lang="en-US" sz="2100">
                <a:latin typeface="Times New Roman" panose="02020603050405020304" pitchFamily="18" charset="0"/>
                <a:cs typeface="Times New Roman" panose="02020603050405020304" pitchFamily="18" charset="0"/>
              </a:rPr>
              <a:t>for accessible landing</a:t>
            </a:r>
            <a:endParaRPr lang="en-US" sz="2100" b="1">
              <a:latin typeface="Times New Roman" panose="02020603050405020304" pitchFamily="18" charset="0"/>
              <a:cs typeface="Times New Roman" panose="02020603050405020304" pitchFamily="18" charset="0"/>
            </a:endParaRPr>
          </a:p>
          <a:p>
            <a:r>
              <a:rPr lang="en-US" sz="2100">
                <a:latin typeface="Times New Roman" panose="02020603050405020304" pitchFamily="18" charset="0"/>
                <a:cs typeface="Times New Roman" panose="02020603050405020304" pitchFamily="18" charset="0"/>
              </a:rPr>
              <a:t>Also, to understand how much different and more variable the atmosphere of Mars is compared to Earth, the data from MarsGRAM was compiled and visualized in the figure below.</a:t>
            </a:r>
          </a:p>
        </p:txBody>
      </p:sp>
      <p:sp>
        <p:nvSpPr>
          <p:cNvPr id="52" name="TextBox 51">
            <a:extLst>
              <a:ext uri="{FF2B5EF4-FFF2-40B4-BE49-F238E27FC236}">
                <a16:creationId xmlns:a16="http://schemas.microsoft.com/office/drawing/2014/main" id="{EBA41CCD-BD73-0269-A3F7-077B198FC8BD}"/>
              </a:ext>
            </a:extLst>
          </p:cNvPr>
          <p:cNvSpPr txBox="1"/>
          <p:nvPr/>
        </p:nvSpPr>
        <p:spPr>
          <a:xfrm>
            <a:off x="13066912" y="3842721"/>
            <a:ext cx="11937875" cy="477054"/>
          </a:xfrm>
          <a:prstGeom prst="rect">
            <a:avLst/>
          </a:prstGeom>
          <a:noFill/>
        </p:spPr>
        <p:txBody>
          <a:bodyPr wrap="square" rtlCol="0">
            <a:spAutoFit/>
          </a:bodyPr>
          <a:lstStyle/>
          <a:p>
            <a:r>
              <a:rPr lang="en-US" sz="2500">
                <a:latin typeface="Times New Roman" panose="02020603050405020304" pitchFamily="18" charset="0"/>
                <a:cs typeface="Times New Roman" panose="02020603050405020304" pitchFamily="18" charset="0"/>
              </a:rPr>
              <a:t>This section explores some of the results of the aerobraking simulations. </a:t>
            </a:r>
          </a:p>
        </p:txBody>
      </p:sp>
      <p:grpSp>
        <p:nvGrpSpPr>
          <p:cNvPr id="66" name="Group 65">
            <a:extLst>
              <a:ext uri="{FF2B5EF4-FFF2-40B4-BE49-F238E27FC236}">
                <a16:creationId xmlns:a16="http://schemas.microsoft.com/office/drawing/2014/main" id="{B4F14EA0-8A52-A088-83D2-A367D2535385}"/>
              </a:ext>
            </a:extLst>
          </p:cNvPr>
          <p:cNvGrpSpPr/>
          <p:nvPr/>
        </p:nvGrpSpPr>
        <p:grpSpPr>
          <a:xfrm>
            <a:off x="13006867" y="12899373"/>
            <a:ext cx="12481560" cy="738664"/>
            <a:chOff x="12365535" y="4575743"/>
            <a:chExt cx="11887200" cy="703490"/>
          </a:xfrm>
        </p:grpSpPr>
        <p:cxnSp>
          <p:nvCxnSpPr>
            <p:cNvPr id="67" name="Straight Connector 66">
              <a:extLst>
                <a:ext uri="{FF2B5EF4-FFF2-40B4-BE49-F238E27FC236}">
                  <a16:creationId xmlns:a16="http://schemas.microsoft.com/office/drawing/2014/main" id="{F8A59F48-0130-1ABB-0ABF-47D48638E14E}"/>
                </a:ext>
              </a:extLst>
            </p:cNvPr>
            <p:cNvCxnSpPr>
              <a:cxnSpLocks/>
            </p:cNvCxnSpPr>
            <p:nvPr/>
          </p:nvCxnSpPr>
          <p:spPr>
            <a:xfrm>
              <a:off x="12365535" y="5168371"/>
              <a:ext cx="118872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1CAF1C8-6DDA-9C18-347C-60AAD276D833}"/>
                </a:ext>
              </a:extLst>
            </p:cNvPr>
            <p:cNvSpPr txBox="1"/>
            <p:nvPr/>
          </p:nvSpPr>
          <p:spPr>
            <a:xfrm>
              <a:off x="12603721" y="4575743"/>
              <a:ext cx="3688250" cy="703490"/>
            </a:xfrm>
            <a:prstGeom prst="rect">
              <a:avLst/>
            </a:prstGeom>
            <a:noFill/>
          </p:spPr>
          <p:txBody>
            <a:bodyPr wrap="none" rtlCol="0">
              <a:spAutoFit/>
            </a:bodyPr>
            <a:lstStyle/>
            <a:p>
              <a:r>
                <a:rPr lang="en-US" sz="4200" b="1">
                  <a:latin typeface="Times New Roman" panose="02020603050405020304" pitchFamily="18" charset="0"/>
                  <a:cs typeface="Times New Roman" panose="02020603050405020304" pitchFamily="18" charset="0"/>
                </a:rPr>
                <a:t>KEY RESULTS</a:t>
              </a:r>
            </a:p>
          </p:txBody>
        </p:sp>
      </p:grpSp>
      <mc:AlternateContent xmlns:mc="http://schemas.openxmlformats.org/markup-compatibility/2006">
        <mc:Choice xmlns:a14="http://schemas.microsoft.com/office/drawing/2010/main" Requires="a14">
          <p:sp>
            <p:nvSpPr>
              <p:cNvPr id="71" name="TextBox 70">
                <a:extLst>
                  <a:ext uri="{FF2B5EF4-FFF2-40B4-BE49-F238E27FC236}">
                    <a16:creationId xmlns:a16="http://schemas.microsoft.com/office/drawing/2014/main" id="{6E1FD840-981B-180B-5703-FB15C1FD9C53}"/>
                  </a:ext>
                </a:extLst>
              </p:cNvPr>
              <p:cNvSpPr txBox="1"/>
              <p:nvPr/>
            </p:nvSpPr>
            <p:spPr>
              <a:xfrm>
                <a:off x="18318763" y="10108477"/>
                <a:ext cx="6897958" cy="3034805"/>
              </a:xfrm>
              <a:prstGeom prst="rect">
                <a:avLst/>
              </a:prstGeom>
              <a:noFill/>
            </p:spPr>
            <p:txBody>
              <a:bodyPr wrap="square" rtlCol="0">
                <a:spAutoFit/>
              </a:bodyPr>
              <a:lstStyle/>
              <a:p>
                <a:r>
                  <a:rPr lang="en-US" sz="2100">
                    <a:latin typeface="Times New Roman" panose="02020603050405020304" pitchFamily="18" charset="0"/>
                    <a:cs typeface="Times New Roman" panose="02020603050405020304" pitchFamily="18" charset="0"/>
                  </a:rPr>
                  <a:t>There were also other significant assumptions made during this study. Firstly, it was assumed that the spacecraft would enter Mars at an initial altitude of </a:t>
                </a:r>
                <a:r>
                  <a:rPr lang="en-US" sz="2100" b="1">
                    <a:latin typeface="Times New Roman" panose="02020603050405020304" pitchFamily="18" charset="0"/>
                    <a:cs typeface="Times New Roman" panose="02020603050405020304" pitchFamily="18" charset="0"/>
                  </a:rPr>
                  <a:t>130 km</a:t>
                </a:r>
                <a:r>
                  <a:rPr lang="en-US" sz="2100">
                    <a:latin typeface="Times New Roman" panose="02020603050405020304" pitchFamily="18" charset="0"/>
                    <a:cs typeface="Times New Roman" panose="02020603050405020304" pitchFamily="18" charset="0"/>
                  </a:rPr>
                  <a:t> with initial velocity of </a:t>
                </a:r>
                <a:r>
                  <a:rPr lang="en-US" sz="2100" b="1">
                    <a:latin typeface="Times New Roman" panose="02020603050405020304" pitchFamily="18" charset="0"/>
                    <a:cs typeface="Times New Roman" panose="02020603050405020304" pitchFamily="18" charset="0"/>
                  </a:rPr>
                  <a:t>4.8 </a:t>
                </a:r>
                <a:r>
                  <a:rPr lang="en-US" sz="2100">
                    <a:latin typeface="Times New Roman" panose="02020603050405020304" pitchFamily="18" charset="0"/>
                    <a:cs typeface="Times New Roman" panose="02020603050405020304" pitchFamily="18" charset="0"/>
                  </a:rPr>
                  <a:t>km/s tangent to the surface of Mars. The flight path angle was also set to </a:t>
                </a:r>
                <a:r>
                  <a:rPr lang="en-US" sz="2100" b="1">
                    <a:latin typeface="Times New Roman" panose="02020603050405020304" pitchFamily="18" charset="0"/>
                    <a:cs typeface="Times New Roman" panose="02020603050405020304" pitchFamily="18" charset="0"/>
                  </a:rPr>
                  <a:t>-8° </a:t>
                </a:r>
                <a:r>
                  <a:rPr lang="en-US" sz="2100">
                    <a:latin typeface="Times New Roman" panose="02020603050405020304" pitchFamily="18" charset="0"/>
                    <a:cs typeface="Times New Roman" panose="02020603050405020304" pitchFamily="18" charset="0"/>
                  </a:rPr>
                  <a:t>and the propagator ran every </a:t>
                </a:r>
                <a:r>
                  <a:rPr lang="en-US" sz="2100" b="1">
                    <a:latin typeface="Times New Roman" panose="02020603050405020304" pitchFamily="18" charset="0"/>
                    <a:cs typeface="Times New Roman" panose="02020603050405020304" pitchFamily="18" charset="0"/>
                  </a:rPr>
                  <a:t>0.5 seconds</a:t>
                </a:r>
                <a:r>
                  <a:rPr lang="en-US" sz="2100">
                    <a:latin typeface="Times New Roman" panose="02020603050405020304" pitchFamily="18" charset="0"/>
                    <a:cs typeface="Times New Roman" panose="02020603050405020304" pitchFamily="18" charset="0"/>
                  </a:rPr>
                  <a:t>. The coefficient of drag for this particular spacecraft was set to </a:t>
                </a:r>
                <a:r>
                  <a:rPr lang="en-US" sz="2100" b="1">
                    <a:latin typeface="Times New Roman" panose="02020603050405020304" pitchFamily="18" charset="0"/>
                    <a:cs typeface="Times New Roman" panose="02020603050405020304" pitchFamily="18" charset="0"/>
                  </a:rPr>
                  <a:t>2.0 </a:t>
                </a:r>
                <a:r>
                  <a:rPr lang="en-US" sz="2100">
                    <a:latin typeface="Times New Roman" panose="02020603050405020304" pitchFamily="18" charset="0"/>
                    <a:cs typeface="Times New Roman" panose="02020603050405020304" pitchFamily="18" charset="0"/>
                  </a:rPr>
                  <a:t>with a mass of </a:t>
                </a:r>
                <a:r>
                  <a:rPr lang="en-US" sz="2100" b="1">
                    <a:latin typeface="Times New Roman" panose="02020603050405020304" pitchFamily="18" charset="0"/>
                    <a:cs typeface="Times New Roman" panose="02020603050405020304" pitchFamily="18" charset="0"/>
                  </a:rPr>
                  <a:t>8,500 kg </a:t>
                </a:r>
                <a:r>
                  <a:rPr lang="en-US" sz="2100">
                    <a:latin typeface="Times New Roman" panose="02020603050405020304" pitchFamily="18" charset="0"/>
                    <a:cs typeface="Times New Roman" panose="02020603050405020304" pitchFamily="18" charset="0"/>
                  </a:rPr>
                  <a:t>and radius of </a:t>
                </a:r>
                <a:r>
                  <a:rPr lang="en-US" sz="2100" b="1">
                    <a:latin typeface="Times New Roman" panose="02020603050405020304" pitchFamily="18" charset="0"/>
                    <a:cs typeface="Times New Roman" panose="02020603050405020304" pitchFamily="18" charset="0"/>
                  </a:rPr>
                  <a:t>2.51 meters </a:t>
                </a:r>
                <a:r>
                  <a:rPr lang="en-US" sz="2100">
                    <a:latin typeface="Times New Roman" panose="02020603050405020304" pitchFamily="18" charset="0"/>
                    <a:cs typeface="Times New Roman" panose="02020603050405020304" pitchFamily="18" charset="0"/>
                  </a:rPr>
                  <a:t>(like the Orion capsule). Finally, the gravity was assumed to be constant at </a:t>
                </a:r>
                <a14:m>
                  <m:oMath xmlns:m="http://schemas.openxmlformats.org/officeDocument/2006/math">
                    <m:r>
                      <a:rPr lang="en-US" sz="2100" b="1" i="1" smtClean="0">
                        <a:latin typeface="Cambria Math" panose="02040503050406030204" pitchFamily="18" charset="0"/>
                        <a:cs typeface="Times New Roman" panose="02020603050405020304" pitchFamily="18" charset="0"/>
                      </a:rPr>
                      <m:t>𝟑</m:t>
                    </m:r>
                    <m:r>
                      <a:rPr lang="en-US" sz="2100" b="1" i="1" smtClean="0">
                        <a:latin typeface="Cambria Math" panose="02040503050406030204" pitchFamily="18" charset="0"/>
                        <a:cs typeface="Times New Roman" panose="02020603050405020304" pitchFamily="18" charset="0"/>
                      </a:rPr>
                      <m:t>.</m:t>
                    </m:r>
                    <m:r>
                      <a:rPr lang="en-US" sz="2100" b="1" i="1" smtClean="0">
                        <a:latin typeface="Cambria Math" panose="02040503050406030204" pitchFamily="18" charset="0"/>
                        <a:cs typeface="Times New Roman" panose="02020603050405020304" pitchFamily="18" charset="0"/>
                      </a:rPr>
                      <m:t>𝟕𝟏𝟏</m:t>
                    </m:r>
                    <m:f>
                      <m:fPr>
                        <m:type m:val="skw"/>
                        <m:ctrlPr>
                          <a:rPr lang="en-US" sz="2100" b="1" i="1" smtClean="0">
                            <a:latin typeface="Cambria Math" panose="02040503050406030204" pitchFamily="18" charset="0"/>
                            <a:cs typeface="Times New Roman" panose="02020603050405020304" pitchFamily="18" charset="0"/>
                          </a:rPr>
                        </m:ctrlPr>
                      </m:fPr>
                      <m:num>
                        <m:r>
                          <a:rPr lang="en-US" sz="2100" b="1" i="1" smtClean="0">
                            <a:latin typeface="Cambria Math" panose="02040503050406030204" pitchFamily="18" charset="0"/>
                            <a:cs typeface="Times New Roman" panose="02020603050405020304" pitchFamily="18" charset="0"/>
                          </a:rPr>
                          <m:t>𝒎</m:t>
                        </m:r>
                      </m:num>
                      <m:den>
                        <m:sSup>
                          <m:sSupPr>
                            <m:ctrlPr>
                              <a:rPr lang="en-US" sz="2100" b="1" i="1" smtClean="0">
                                <a:latin typeface="Cambria Math" panose="02040503050406030204" pitchFamily="18" charset="0"/>
                                <a:cs typeface="Times New Roman" panose="02020603050405020304" pitchFamily="18" charset="0"/>
                              </a:rPr>
                            </m:ctrlPr>
                          </m:sSupPr>
                          <m:e>
                            <m:r>
                              <a:rPr lang="en-US" sz="2100" b="1" i="1" smtClean="0">
                                <a:latin typeface="Cambria Math" panose="02040503050406030204" pitchFamily="18" charset="0"/>
                                <a:cs typeface="Times New Roman" panose="02020603050405020304" pitchFamily="18" charset="0"/>
                              </a:rPr>
                              <m:t>𝒔</m:t>
                            </m:r>
                          </m:e>
                          <m:sup>
                            <m:r>
                              <a:rPr lang="en-US" sz="2100" b="1" i="1" smtClean="0">
                                <a:latin typeface="Cambria Math" panose="02040503050406030204" pitchFamily="18" charset="0"/>
                                <a:cs typeface="Times New Roman" panose="02020603050405020304" pitchFamily="18" charset="0"/>
                              </a:rPr>
                              <m:t>𝟐</m:t>
                            </m:r>
                          </m:sup>
                        </m:sSup>
                      </m:den>
                    </m:f>
                  </m:oMath>
                </a14:m>
                <a:r>
                  <a:rPr lang="en-US" sz="2100">
                    <a:latin typeface="Times New Roman" panose="02020603050405020304" pitchFamily="18" charset="0"/>
                    <a:cs typeface="Times New Roman" panose="02020603050405020304" pitchFamily="18" charset="0"/>
                  </a:rPr>
                  <a:t>.</a:t>
                </a:r>
              </a:p>
            </p:txBody>
          </p:sp>
        </mc:Choice>
        <mc:Fallback>
          <p:sp>
            <p:nvSpPr>
              <p:cNvPr id="71" name="TextBox 70">
                <a:extLst>
                  <a:ext uri="{FF2B5EF4-FFF2-40B4-BE49-F238E27FC236}">
                    <a16:creationId xmlns:a16="http://schemas.microsoft.com/office/drawing/2014/main" id="{6E1FD840-981B-180B-5703-FB15C1FD9C53}"/>
                  </a:ext>
                </a:extLst>
              </p:cNvPr>
              <p:cNvSpPr txBox="1">
                <a:spLocks noRot="1" noChangeAspect="1" noMove="1" noResize="1" noEditPoints="1" noAdjustHandles="1" noChangeArrowheads="1" noChangeShapeType="1" noTextEdit="1"/>
              </p:cNvSpPr>
              <p:nvPr/>
            </p:nvSpPr>
            <p:spPr>
              <a:xfrm>
                <a:off x="18318763" y="10108477"/>
                <a:ext cx="6897958" cy="3034805"/>
              </a:xfrm>
              <a:prstGeom prst="rect">
                <a:avLst/>
              </a:prstGeom>
              <a:blipFill>
                <a:blip r:embed="rId14"/>
                <a:stretch>
                  <a:fillRect l="-1060" t="-1205" r="-972" b="-24297"/>
                </a:stretch>
              </a:blipFill>
            </p:spPr>
            <p:txBody>
              <a:bodyPr/>
              <a:lstStyle/>
              <a:p>
                <a:r>
                  <a:rPr lang="en-US">
                    <a:noFill/>
                  </a:rPr>
                  <a:t> </a:t>
                </a:r>
              </a:p>
            </p:txBody>
          </p:sp>
        </mc:Fallback>
      </mc:AlternateContent>
      <p:sp>
        <p:nvSpPr>
          <p:cNvPr id="74" name="TextBox 73">
            <a:extLst>
              <a:ext uri="{FF2B5EF4-FFF2-40B4-BE49-F238E27FC236}">
                <a16:creationId xmlns:a16="http://schemas.microsoft.com/office/drawing/2014/main" id="{AEA6EC2D-A891-36E5-2C56-AFC136440297}"/>
              </a:ext>
            </a:extLst>
          </p:cNvPr>
          <p:cNvSpPr txBox="1"/>
          <p:nvPr/>
        </p:nvSpPr>
        <p:spPr>
          <a:xfrm flipH="1">
            <a:off x="352637" y="24881464"/>
            <a:ext cx="12048536" cy="2015936"/>
          </a:xfrm>
          <a:prstGeom prst="rect">
            <a:avLst/>
          </a:prstGeom>
          <a:noFill/>
        </p:spPr>
        <p:txBody>
          <a:bodyPr wrap="square" rtlCol="0">
            <a:spAutoFit/>
          </a:bodyPr>
          <a:lstStyle/>
          <a:p>
            <a:pPr marL="457200" indent="-457200">
              <a:buFont typeface="+mj-lt"/>
              <a:buAutoNum type="arabicPeriod" startAt="3"/>
            </a:pPr>
            <a:r>
              <a:rPr lang="en-US" sz="2500" b="1">
                <a:latin typeface="Times New Roman" panose="02020603050405020304" pitchFamily="18" charset="0"/>
                <a:cs typeface="Times New Roman" panose="02020603050405020304" pitchFamily="18" charset="0"/>
              </a:rPr>
              <a:t>Multi–Pass Simulation: </a:t>
            </a:r>
            <a:r>
              <a:rPr lang="en-US" sz="2500">
                <a:latin typeface="Times New Roman" panose="02020603050405020304" pitchFamily="18" charset="0"/>
                <a:cs typeface="Times New Roman" panose="02020603050405020304" pitchFamily="18" charset="0"/>
              </a:rPr>
              <a:t>This simulation executes multiple passes where each pass reduces the total velocity of the spacecraft. After each pass, the state vectors of the spacecraft are recorded, and an optional retrograde velocity is applied at the apoapsis. Peak-g, dynamic pressure, and delta–v values are recorded and analyzed at the end of the simulation. </a:t>
            </a:r>
          </a:p>
        </p:txBody>
      </p:sp>
      <p:sp>
        <p:nvSpPr>
          <p:cNvPr id="88" name="TextBox 87">
            <a:extLst>
              <a:ext uri="{FF2B5EF4-FFF2-40B4-BE49-F238E27FC236}">
                <a16:creationId xmlns:a16="http://schemas.microsoft.com/office/drawing/2014/main" id="{62B6EC69-54E9-EDA1-24B6-9D679BAC8898}"/>
              </a:ext>
            </a:extLst>
          </p:cNvPr>
          <p:cNvSpPr txBox="1"/>
          <p:nvPr/>
        </p:nvSpPr>
        <p:spPr>
          <a:xfrm>
            <a:off x="13029406" y="13709824"/>
            <a:ext cx="3464336" cy="5262979"/>
          </a:xfrm>
          <a:prstGeom prst="rect">
            <a:avLst/>
          </a:prstGeom>
          <a:noFill/>
        </p:spPr>
        <p:txBody>
          <a:bodyPr wrap="square" rtlCol="0">
            <a:spAutoFit/>
          </a:bodyPr>
          <a:lstStyle/>
          <a:p>
            <a:r>
              <a:rPr lang="en-US" sz="2100">
                <a:latin typeface="Times New Roman" panose="02020603050405020304" pitchFamily="18" charset="0"/>
                <a:cs typeface="Times New Roman" panose="02020603050405020304" pitchFamily="18" charset="0"/>
              </a:rPr>
              <a:t>The following graphs represent results of the simulation. The figures on the right and below show the trajectory while other graphs represent different factors during each pass.</a:t>
            </a:r>
          </a:p>
          <a:p>
            <a:r>
              <a:rPr lang="en-US" sz="2100">
                <a:latin typeface="Times New Roman" panose="02020603050405020304" pitchFamily="18" charset="0"/>
                <a:cs typeface="Times New Roman" panose="02020603050405020304" pitchFamily="18" charset="0"/>
              </a:rPr>
              <a:t>The time for this spacecraft was also dependent on amount of retro delta-v applied. For delta v of:</a:t>
            </a:r>
          </a:p>
          <a:p>
            <a:endParaRPr lang="en-US" sz="21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100">
                <a:latin typeface="Times New Roman" panose="02020603050405020304" pitchFamily="18" charset="0"/>
                <a:cs typeface="Times New Roman" panose="02020603050405020304" pitchFamily="18" charset="0"/>
              </a:rPr>
              <a:t>0 m/s: </a:t>
            </a:r>
            <a:r>
              <a:rPr lang="en-US" sz="2100" b="1">
                <a:latin typeface="Times New Roman" panose="02020603050405020304" pitchFamily="18" charset="0"/>
                <a:cs typeface="Times New Roman" panose="02020603050405020304" pitchFamily="18" charset="0"/>
              </a:rPr>
              <a:t>1504.14 mins</a:t>
            </a:r>
          </a:p>
          <a:p>
            <a:pPr marL="342900" indent="-342900">
              <a:buFont typeface="Arial" panose="020B0604020202020204" pitchFamily="34" charset="0"/>
              <a:buChar char="•"/>
            </a:pPr>
            <a:r>
              <a:rPr lang="en-US" sz="2100">
                <a:latin typeface="Times New Roman" panose="02020603050405020304" pitchFamily="18" charset="0"/>
                <a:cs typeface="Times New Roman" panose="02020603050405020304" pitchFamily="18" charset="0"/>
              </a:rPr>
              <a:t>10 m/s: </a:t>
            </a:r>
            <a:r>
              <a:rPr lang="en-US" sz="2100" b="1">
                <a:latin typeface="Times New Roman" panose="02020603050405020304" pitchFamily="18" charset="0"/>
                <a:cs typeface="Times New Roman" panose="02020603050405020304" pitchFamily="18" charset="0"/>
              </a:rPr>
              <a:t>1492.55 mins</a:t>
            </a:r>
          </a:p>
          <a:p>
            <a:pPr marL="342900" indent="-342900">
              <a:buFont typeface="Arial" panose="020B0604020202020204" pitchFamily="34" charset="0"/>
              <a:buChar char="•"/>
            </a:pPr>
            <a:r>
              <a:rPr lang="en-US" sz="2100">
                <a:latin typeface="Times New Roman" panose="02020603050405020304" pitchFamily="18" charset="0"/>
                <a:cs typeface="Times New Roman" panose="02020603050405020304" pitchFamily="18" charset="0"/>
              </a:rPr>
              <a:t>20 m/s: </a:t>
            </a:r>
            <a:r>
              <a:rPr lang="en-US" sz="2100" b="1">
                <a:latin typeface="Times New Roman" panose="02020603050405020304" pitchFamily="18" charset="0"/>
                <a:cs typeface="Times New Roman" panose="02020603050405020304" pitchFamily="18" charset="0"/>
              </a:rPr>
              <a:t>1478.15 mins</a:t>
            </a:r>
          </a:p>
          <a:p>
            <a:pPr marL="342900" indent="-342900">
              <a:buFont typeface="Arial" panose="020B0604020202020204" pitchFamily="34" charset="0"/>
              <a:buChar char="•"/>
            </a:pPr>
            <a:r>
              <a:rPr lang="en-US" sz="2100">
                <a:latin typeface="Times New Roman" panose="02020603050405020304" pitchFamily="18" charset="0"/>
                <a:cs typeface="Times New Roman" panose="02020603050405020304" pitchFamily="18" charset="0"/>
              </a:rPr>
              <a:t>30 m/s: </a:t>
            </a:r>
            <a:r>
              <a:rPr lang="en-US" sz="2100" b="1">
                <a:latin typeface="Times New Roman" panose="02020603050405020304" pitchFamily="18" charset="0"/>
                <a:cs typeface="Times New Roman" panose="02020603050405020304" pitchFamily="18" charset="0"/>
              </a:rPr>
              <a:t>1469.27 mins</a:t>
            </a:r>
          </a:p>
        </p:txBody>
      </p:sp>
      <p:pic>
        <p:nvPicPr>
          <p:cNvPr id="90" name="Picture 89" descr="A graph with a green line and blue dots&#10;&#10;AI-generated content may be incorrect.">
            <a:extLst>
              <a:ext uri="{FF2B5EF4-FFF2-40B4-BE49-F238E27FC236}">
                <a16:creationId xmlns:a16="http://schemas.microsoft.com/office/drawing/2014/main" id="{B7E89860-3153-31B6-9DA6-286927735D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6262659" y="17281709"/>
            <a:ext cx="6754149" cy="2271815"/>
          </a:xfrm>
          <a:prstGeom prst="rect">
            <a:avLst/>
          </a:prstGeom>
        </p:spPr>
      </p:pic>
      <p:sp>
        <p:nvSpPr>
          <p:cNvPr id="92" name="TextBox 91">
            <a:extLst>
              <a:ext uri="{FF2B5EF4-FFF2-40B4-BE49-F238E27FC236}">
                <a16:creationId xmlns:a16="http://schemas.microsoft.com/office/drawing/2014/main" id="{8C04995A-5C11-469A-5BCB-98AD8B05A61B}"/>
              </a:ext>
            </a:extLst>
          </p:cNvPr>
          <p:cNvSpPr txBox="1"/>
          <p:nvPr/>
        </p:nvSpPr>
        <p:spPr>
          <a:xfrm>
            <a:off x="25671481" y="3831281"/>
            <a:ext cx="12414730" cy="7786747"/>
          </a:xfrm>
          <a:prstGeom prst="rect">
            <a:avLst/>
          </a:prstGeom>
          <a:noFill/>
        </p:spPr>
        <p:txBody>
          <a:bodyPr wrap="square" rtlCol="0">
            <a:spAutoFit/>
          </a:bodyPr>
          <a:lstStyle/>
          <a:p>
            <a:r>
              <a:rPr lang="en-US" sz="2500">
                <a:latin typeface="Times New Roman" panose="02020603050405020304" pitchFamily="18" charset="0"/>
                <a:cs typeface="Times New Roman" panose="02020603050405020304" pitchFamily="18" charset="0"/>
              </a:rPr>
              <a:t>Overall, it was found that aerobraking significantly reduces the peak–g and dynamic pressure values. This technology also has the potential to significantly reduce the delta-v by </a:t>
            </a:r>
            <a:r>
              <a:rPr lang="en-US" sz="2500" b="1">
                <a:latin typeface="Times New Roman" panose="02020603050405020304" pitchFamily="18" charset="0"/>
                <a:cs typeface="Times New Roman" panose="02020603050405020304" pitchFamily="18" charset="0"/>
              </a:rPr>
              <a:t>752.16 </a:t>
            </a:r>
            <a:r>
              <a:rPr lang="en-US" sz="2500">
                <a:latin typeface="Times New Roman" panose="02020603050405020304" pitchFamily="18" charset="0"/>
                <a:cs typeface="Times New Roman" panose="02020603050405020304" pitchFamily="18" charset="0"/>
              </a:rPr>
              <a:t>m/s with just three passes, thereby saving the scarce fuel supply for a crewed mission to Mars.</a:t>
            </a:r>
          </a:p>
          <a:p>
            <a:endParaRPr lang="en-US" sz="2500">
              <a:latin typeface="Times New Roman" panose="02020603050405020304" pitchFamily="18" charset="0"/>
              <a:cs typeface="Times New Roman" panose="02020603050405020304" pitchFamily="18" charset="0"/>
            </a:endParaRPr>
          </a:p>
          <a:p>
            <a:r>
              <a:rPr lang="en-US" sz="2500">
                <a:latin typeface="Times New Roman" panose="02020603050405020304" pitchFamily="18" charset="0"/>
                <a:cs typeface="Times New Roman" panose="02020603050405020304" pitchFamily="18" charset="0"/>
              </a:rPr>
              <a:t>There are some limitation that can be improved upon, however. Most prominently, several variables (including </a:t>
            </a:r>
            <a:r>
              <a:rPr lang="en-US" sz="2500" b="1">
                <a:latin typeface="Times New Roman" panose="02020603050405020304" pitchFamily="18" charset="0"/>
                <a:cs typeface="Times New Roman" panose="02020603050405020304" pitchFamily="18" charset="0"/>
              </a:rPr>
              <a:t>atmospheric drag </a:t>
            </a:r>
            <a:r>
              <a:rPr lang="en-US" sz="2500">
                <a:latin typeface="Times New Roman" panose="02020603050405020304" pitchFamily="18" charset="0"/>
                <a:cs typeface="Times New Roman" panose="02020603050405020304" pitchFamily="18" charset="0"/>
              </a:rPr>
              <a:t>and</a:t>
            </a:r>
            <a:r>
              <a:rPr lang="en-US" sz="2500" b="1">
                <a:latin typeface="Times New Roman" panose="02020603050405020304" pitchFamily="18" charset="0"/>
                <a:cs typeface="Times New Roman" panose="02020603050405020304" pitchFamily="18" charset="0"/>
              </a:rPr>
              <a:t> acceleration due to gravity) </a:t>
            </a:r>
            <a:r>
              <a:rPr lang="en-US" sz="2500">
                <a:latin typeface="Times New Roman" panose="02020603050405020304" pitchFamily="18" charset="0"/>
                <a:cs typeface="Times New Roman" panose="02020603050405020304" pitchFamily="18" charset="0"/>
              </a:rPr>
              <a:t>in this study were kept static, though they would be variable. Some other variables (such as </a:t>
            </a:r>
            <a:r>
              <a:rPr lang="en-US" sz="2500" b="1">
                <a:latin typeface="Times New Roman" panose="02020603050405020304" pitchFamily="18" charset="0"/>
                <a:cs typeface="Times New Roman" panose="02020603050405020304" pitchFamily="18" charset="0"/>
              </a:rPr>
              <a:t>initial altitude, flight path angle</a:t>
            </a:r>
            <a:r>
              <a:rPr lang="en-US" sz="2500">
                <a:latin typeface="Times New Roman" panose="02020603050405020304" pitchFamily="18" charset="0"/>
                <a:cs typeface="Times New Roman" panose="02020603050405020304" pitchFamily="18" charset="0"/>
              </a:rPr>
              <a:t>,</a:t>
            </a:r>
            <a:r>
              <a:rPr lang="en-US" sz="2500" b="1">
                <a:latin typeface="Times New Roman" panose="02020603050405020304" pitchFamily="18" charset="0"/>
                <a:cs typeface="Times New Roman" panose="02020603050405020304" pitchFamily="18" charset="0"/>
              </a:rPr>
              <a:t> </a:t>
            </a:r>
            <a:r>
              <a:rPr lang="en-US" sz="2500">
                <a:latin typeface="Times New Roman" panose="02020603050405020304" pitchFamily="18" charset="0"/>
                <a:cs typeface="Times New Roman" panose="02020603050405020304" pitchFamily="18" charset="0"/>
              </a:rPr>
              <a:t>and </a:t>
            </a:r>
            <a:r>
              <a:rPr lang="en-US" sz="2500" b="1">
                <a:latin typeface="Times New Roman" panose="02020603050405020304" pitchFamily="18" charset="0"/>
                <a:cs typeface="Times New Roman" panose="02020603050405020304" pitchFamily="18" charset="0"/>
              </a:rPr>
              <a:t>initial velocity</a:t>
            </a:r>
            <a:r>
              <a:rPr lang="en-US" sz="2500">
                <a:latin typeface="Times New Roman" panose="02020603050405020304" pitchFamily="18" charset="0"/>
                <a:cs typeface="Times New Roman" panose="02020603050405020304" pitchFamily="18" charset="0"/>
              </a:rPr>
              <a:t>) were mere assumptions, and running a systems tool kit (STK) would lead to more realistic numbers.</a:t>
            </a:r>
          </a:p>
          <a:p>
            <a:endParaRPr lang="en-US" sz="2500">
              <a:latin typeface="Times New Roman" panose="02020603050405020304" pitchFamily="18" charset="0"/>
              <a:cs typeface="Times New Roman" panose="02020603050405020304" pitchFamily="18" charset="0"/>
            </a:endParaRPr>
          </a:p>
          <a:p>
            <a:r>
              <a:rPr lang="en-US" sz="2500">
                <a:latin typeface="Times New Roman" panose="02020603050405020304" pitchFamily="18" charset="0"/>
                <a:cs typeface="Times New Roman" panose="02020603050405020304" pitchFamily="18" charset="0"/>
              </a:rPr>
              <a:t>This mission is also an extension of a bigger goal that aims to take a crewed mission from Earth to Mars to Ceres. Further analyzing how it would fit into the overall mission would help in providing more realistic numbers and understanding how much </a:t>
            </a:r>
            <a:r>
              <a:rPr lang="en-US" sz="2500" b="1">
                <a:latin typeface="Times New Roman" panose="02020603050405020304" pitchFamily="18" charset="0"/>
                <a:cs typeface="Times New Roman" panose="02020603050405020304" pitchFamily="18" charset="0"/>
              </a:rPr>
              <a:t>retrograde delta-v </a:t>
            </a:r>
            <a:r>
              <a:rPr lang="en-US" sz="2500">
                <a:latin typeface="Times New Roman" panose="02020603050405020304" pitchFamily="18" charset="0"/>
                <a:cs typeface="Times New Roman" panose="02020603050405020304" pitchFamily="18" charset="0"/>
              </a:rPr>
              <a:t>can be realistically applied to speed up amount of time it takes for the astronauts in land.</a:t>
            </a:r>
          </a:p>
          <a:p>
            <a:endParaRPr lang="en-US" sz="2500">
              <a:latin typeface="Times New Roman" panose="02020603050405020304" pitchFamily="18" charset="0"/>
              <a:cs typeface="Times New Roman" panose="02020603050405020304" pitchFamily="18" charset="0"/>
            </a:endParaRPr>
          </a:p>
          <a:p>
            <a:r>
              <a:rPr lang="en-US" sz="2500">
                <a:latin typeface="Times New Roman" panose="02020603050405020304" pitchFamily="18" charset="0"/>
                <a:cs typeface="Times New Roman" panose="02020603050405020304" pitchFamily="18" charset="0"/>
              </a:rPr>
              <a:t>There are other future work that can be done by focusing solely on this mission. Particularly, it remains to be seen if a spacecraft with current technology (namely Orion) can support multiple passes through an atmosphere without experiencing any fatal disfunctions. This could include repetitive fluctuations in temperature, pressure, and recurring interactions with composites in the atmosphere.</a:t>
            </a:r>
          </a:p>
        </p:txBody>
      </p:sp>
      <p:pic>
        <p:nvPicPr>
          <p:cNvPr id="94" name="Picture 93" descr="A video game screen with a black background&#10;&#10;AI-generated content may be incorrect.">
            <a:extLst>
              <a:ext uri="{FF2B5EF4-FFF2-40B4-BE49-F238E27FC236}">
                <a16:creationId xmlns:a16="http://schemas.microsoft.com/office/drawing/2014/main" id="{F506119D-4A44-20C5-43A5-5890907C4BBB}"/>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5273434" y="10647267"/>
            <a:ext cx="5350205" cy="4133782"/>
          </a:xfrm>
          <a:prstGeom prst="rect">
            <a:avLst/>
          </a:prstGeom>
        </p:spPr>
      </p:pic>
      <p:sp>
        <p:nvSpPr>
          <p:cNvPr id="96" name="TextBox 95">
            <a:extLst>
              <a:ext uri="{FF2B5EF4-FFF2-40B4-BE49-F238E27FC236}">
                <a16:creationId xmlns:a16="http://schemas.microsoft.com/office/drawing/2014/main" id="{C7199C43-CAB7-7E34-41C9-B2D0CAE1BB3C}"/>
              </a:ext>
            </a:extLst>
          </p:cNvPr>
          <p:cNvSpPr txBox="1"/>
          <p:nvPr/>
        </p:nvSpPr>
        <p:spPr>
          <a:xfrm>
            <a:off x="25752666" y="11553252"/>
            <a:ext cx="10848734" cy="2400657"/>
          </a:xfrm>
          <a:prstGeom prst="rect">
            <a:avLst/>
          </a:prstGeom>
          <a:noFill/>
        </p:spPr>
        <p:txBody>
          <a:bodyPr wrap="square">
            <a:spAutoFit/>
          </a:bodyPr>
          <a:lstStyle/>
          <a:p>
            <a:r>
              <a:rPr lang="en-US" sz="2500">
                <a:latin typeface="Times New Roman" panose="02020603050405020304" pitchFamily="18" charset="0"/>
                <a:cs typeface="Times New Roman" panose="02020603050405020304" pitchFamily="18" charset="0"/>
              </a:rPr>
              <a:t>An interesting direction that future works could examine is how this atmospheric drag could be harnessed to create chemical energy from kinetic and further support life support systems on board. A simple prototype was created and could further be improved up as well. This prototype (present of the right) utilizes a turbine and thermal style generators to create energy from air particles (like an airborne windmill).</a:t>
            </a:r>
          </a:p>
        </p:txBody>
      </p:sp>
      <p:sp>
        <p:nvSpPr>
          <p:cNvPr id="99" name="TextBox 98">
            <a:extLst>
              <a:ext uri="{FF2B5EF4-FFF2-40B4-BE49-F238E27FC236}">
                <a16:creationId xmlns:a16="http://schemas.microsoft.com/office/drawing/2014/main" id="{DCCA1FD0-65D9-300C-5CDC-30948646975D}"/>
              </a:ext>
            </a:extLst>
          </p:cNvPr>
          <p:cNvSpPr txBox="1"/>
          <p:nvPr/>
        </p:nvSpPr>
        <p:spPr>
          <a:xfrm>
            <a:off x="25702538" y="13965441"/>
            <a:ext cx="12064316" cy="1631216"/>
          </a:xfrm>
          <a:prstGeom prst="rect">
            <a:avLst/>
          </a:prstGeom>
          <a:noFill/>
        </p:spPr>
        <p:txBody>
          <a:bodyPr wrap="square">
            <a:spAutoFit/>
          </a:bodyPr>
          <a:lstStyle/>
          <a:p>
            <a:r>
              <a:rPr lang="en-US" sz="2500">
                <a:latin typeface="Times New Roman" panose="02020603050405020304" pitchFamily="18" charset="0"/>
                <a:cs typeface="Times New Roman" panose="02020603050405020304" pitchFamily="18" charset="0"/>
              </a:rPr>
              <a:t>In conclusion, this research was successfully able to support and promote the integration of aerobraking into current descent procedures to enhance safety, efficiency, and promote quicker landing than many other descent procedures. Special thanks to Dr. Lynnane George and other UCCS students for helping me throughout the process.</a:t>
            </a:r>
          </a:p>
        </p:txBody>
      </p:sp>
    </p:spTree>
    <p:extLst>
      <p:ext uri="{BB962C8B-B14F-4D97-AF65-F5344CB8AC3E}">
        <p14:creationId xmlns:p14="http://schemas.microsoft.com/office/powerpoint/2010/main" val="32899897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0C657A7B63B444958DE83E78430B5E" ma:contentTypeVersion="18" ma:contentTypeDescription="Create a new document." ma:contentTypeScope="" ma:versionID="dd0fc92aad9f1febf11becc5767ec96d">
  <xsd:schema xmlns:xsd="http://www.w3.org/2001/XMLSchema" xmlns:xs="http://www.w3.org/2001/XMLSchema" xmlns:p="http://schemas.microsoft.com/office/2006/metadata/properties" xmlns:ns3="500f8834-5f42-4a3d-8c06-c531c542bc5f" xmlns:ns4="1697f479-4f84-466a-b02b-eee9a3e12293" targetNamespace="http://schemas.microsoft.com/office/2006/metadata/properties" ma:root="true" ma:fieldsID="929b32b6d910515851b15feb1e30faa6" ns3:_="" ns4:_="">
    <xsd:import namespace="500f8834-5f42-4a3d-8c06-c531c542bc5f"/>
    <xsd:import namespace="1697f479-4f84-466a-b02b-eee9a3e1229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LengthInSeconds" minOccurs="0"/>
                <xsd:element ref="ns4:MediaServiceLocation" minOccurs="0"/>
                <xsd:element ref="ns4:MediaServiceSearchProperties" minOccurs="0"/>
                <xsd:element ref="ns4:_activity"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0f8834-5f42-4a3d-8c06-c531c542bc5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97f479-4f84-466a-b02b-eee9a3e1229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1697f479-4f84-466a-b02b-eee9a3e1229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71B131-CE32-42ED-8A17-93AAE6D803B0}">
  <ds:schemaRefs>
    <ds:schemaRef ds:uri="1697f479-4f84-466a-b02b-eee9a3e12293"/>
    <ds:schemaRef ds:uri="500f8834-5f42-4a3d-8c06-c531c542bc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7158DF8-B923-4912-8D81-6823FE25F678}">
  <ds:schemaRefs>
    <ds:schemaRef ds:uri="http://purl.org/dc/dcmitype/"/>
    <ds:schemaRef ds:uri="http://purl.org/dc/terms/"/>
    <ds:schemaRef ds:uri="http://schemas.openxmlformats.org/package/2006/metadata/core-properties"/>
    <ds:schemaRef ds:uri="http://schemas.microsoft.com/office/2006/metadata/properties"/>
    <ds:schemaRef ds:uri="http://www.w3.org/XML/1998/namespace"/>
    <ds:schemaRef ds:uri="http://schemas.microsoft.com/office/2006/documentManagement/types"/>
    <ds:schemaRef ds:uri="http://schemas.microsoft.com/office/infopath/2007/PartnerControls"/>
    <ds:schemaRef ds:uri="1697f479-4f84-466a-b02b-eee9a3e12293"/>
    <ds:schemaRef ds:uri="500f8834-5f42-4a3d-8c06-c531c542bc5f"/>
    <ds:schemaRef ds:uri="http://purl.org/dc/elements/1.1/"/>
  </ds:schemaRefs>
</ds:datastoreItem>
</file>

<file path=customXml/itemProps3.xml><?xml version="1.0" encoding="utf-8"?>
<ds:datastoreItem xmlns:ds="http://schemas.openxmlformats.org/officeDocument/2006/customXml" ds:itemID="{38CF7E5C-E925-47CF-BA8C-3E38169B10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0</TotalTime>
  <Words>2353</Words>
  <Application>Microsoft Office PowerPoint</Application>
  <PresentationFormat>Custom</PresentationFormat>
  <Paragraphs>75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Cambria Math</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Jena McCollum</dc:creator>
  <cp:lastModifiedBy>Aryan Tuteja</cp:lastModifiedBy>
  <cp:revision>1</cp:revision>
  <dcterms:created xsi:type="dcterms:W3CDTF">2016-08-17T21:23:35Z</dcterms:created>
  <dcterms:modified xsi:type="dcterms:W3CDTF">2025-09-09T01:35:27Z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0x010100840C657A7B63B444958DE83E78430B5E</vt:lpwstr>
  </property>
</Properties>
</file>